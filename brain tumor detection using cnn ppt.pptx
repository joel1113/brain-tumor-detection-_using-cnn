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9144000"/>
  <p:embeddedFontLst>
    <p:embeddedFont>
      <p:font typeface="Century Gothic" panose="020B0502020202020204"/>
      <p:regular r:id="rId20"/>
    </p:embeddedFont>
    <p:embeddedFont>
      <p:font typeface="Calibri" panose="020F0502020204030204"/>
      <p:regular r:id="rId21"/>
      <p:bold r:id="rId22"/>
      <p:italic r:id="rId23"/>
      <p:boldItalic r:id="rId24"/>
    </p:embeddedFont>
    <p:embeddedFont>
      <p:font typeface="Gill Sans" panose="020B0502020104020203"/>
      <p:regular r:id="rId25"/>
      <p:bold r:id="rId26"/>
    </p:embeddedFont>
    <p:embeddedFont>
      <p:font typeface="Inter" panose="02000503000000020004"/>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font" Target="fonts/font11.fntdata"/><Relationship Id="rId3" Type="http://schemas.openxmlformats.org/officeDocument/2006/relationships/slide" Target="slides/slide1.xml"/><Relationship Id="rId29" Type="http://schemas.openxmlformats.org/officeDocument/2006/relationships/font" Target="fonts/font10.fntdata"/><Relationship Id="rId28" Type="http://schemas.openxmlformats.org/officeDocument/2006/relationships/font" Target="fonts/font9.fntdata"/><Relationship Id="rId27" Type="http://schemas.openxmlformats.org/officeDocument/2006/relationships/font" Target="fonts/font8.fntdata"/><Relationship Id="rId26" Type="http://schemas.openxmlformats.org/officeDocument/2006/relationships/font" Target="fonts/font7.fntdata"/><Relationship Id="rId25" Type="http://schemas.openxmlformats.org/officeDocument/2006/relationships/font" Target="fonts/font6.fntdata"/><Relationship Id="rId24" Type="http://schemas.openxmlformats.org/officeDocument/2006/relationships/font" Target="fonts/font5.fntdata"/><Relationship Id="rId23" Type="http://schemas.openxmlformats.org/officeDocument/2006/relationships/font" Target="fonts/font4.fntdata"/><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7" name="Shape 147"/>
        <p:cNvGrpSpPr/>
        <p:nvPr/>
      </p:nvGrpSpPr>
      <p:grpSpPr>
        <a:xfrm>
          <a:off x="0" y="0"/>
          <a:ext cx="0" cy="0"/>
          <a:chOff x="0" y="0"/>
          <a:chExt cx="0" cy="0"/>
        </a:xfrm>
      </p:grpSpPr>
      <p:sp>
        <p:nvSpPr>
          <p:cNvPr id="148" name="Google Shape;148;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0" name="Google Shape;150;p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5" name="Shape 155"/>
        <p:cNvGrpSpPr/>
        <p:nvPr/>
      </p:nvGrpSpPr>
      <p:grpSpPr>
        <a:xfrm>
          <a:off x="0" y="0"/>
          <a:ext cx="0" cy="0"/>
          <a:chOff x="0" y="0"/>
          <a:chExt cx="0" cy="0"/>
        </a:xfrm>
      </p:grpSpPr>
      <p:sp>
        <p:nvSpPr>
          <p:cNvPr id="156" name="Google Shape;15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7" name="Google Shape;157;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1" name="Shape 161"/>
        <p:cNvGrpSpPr/>
        <p:nvPr/>
      </p:nvGrpSpPr>
      <p:grpSpPr>
        <a:xfrm>
          <a:off x="0" y="0"/>
          <a:ext cx="0" cy="0"/>
          <a:chOff x="0" y="0"/>
          <a:chExt cx="0" cy="0"/>
        </a:xfrm>
      </p:grpSpPr>
      <p:sp>
        <p:nvSpPr>
          <p:cNvPr id="162" name="Google Shape;162;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3" name="Google Shape;163;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7" name="Shape 167"/>
        <p:cNvGrpSpPr/>
        <p:nvPr/>
      </p:nvGrpSpPr>
      <p:grpSpPr>
        <a:xfrm>
          <a:off x="0" y="0"/>
          <a:ext cx="0" cy="0"/>
          <a:chOff x="0" y="0"/>
          <a:chExt cx="0" cy="0"/>
        </a:xfrm>
      </p:grpSpPr>
      <p:sp>
        <p:nvSpPr>
          <p:cNvPr id="168" name="Google Shape;168;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9" name="Google Shape;169;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3" name="Shape 173"/>
        <p:cNvGrpSpPr/>
        <p:nvPr/>
      </p:nvGrpSpPr>
      <p:grpSpPr>
        <a:xfrm>
          <a:off x="0" y="0"/>
          <a:ext cx="0" cy="0"/>
          <a:chOff x="0" y="0"/>
          <a:chExt cx="0" cy="0"/>
        </a:xfrm>
      </p:grpSpPr>
      <p:sp>
        <p:nvSpPr>
          <p:cNvPr id="174" name="Google Shape;174;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5" name="Google Shape;175;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9" name="Shape 179"/>
        <p:cNvGrpSpPr/>
        <p:nvPr/>
      </p:nvGrpSpPr>
      <p:grpSpPr>
        <a:xfrm>
          <a:off x="0" y="0"/>
          <a:ext cx="0" cy="0"/>
          <a:chOff x="0" y="0"/>
          <a:chExt cx="0" cy="0"/>
        </a:xfrm>
      </p:grpSpPr>
      <p:sp>
        <p:nvSpPr>
          <p:cNvPr id="180" name="Google Shape;180;p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1" name="Google Shape;181;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7" name="Google Shape;187;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191"/>
        <p:cNvGrpSpPr/>
        <p:nvPr/>
      </p:nvGrpSpPr>
      <p:grpSpPr>
        <a:xfrm>
          <a:off x="0" y="0"/>
          <a:ext cx="0" cy="0"/>
          <a:chOff x="0" y="0"/>
          <a:chExt cx="0" cy="0"/>
        </a:xfrm>
      </p:grpSpPr>
      <p:sp>
        <p:nvSpPr>
          <p:cNvPr id="192" name="Google Shape;192;p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3" name="Google Shape;193;p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197"/>
        <p:cNvGrpSpPr/>
        <p:nvPr/>
      </p:nvGrpSpPr>
      <p:grpSpPr>
        <a:xfrm>
          <a:off x="0" y="0"/>
          <a:ext cx="0" cy="0"/>
          <a:chOff x="0" y="0"/>
          <a:chExt cx="0" cy="0"/>
        </a:xfrm>
      </p:grpSpPr>
      <p:sp>
        <p:nvSpPr>
          <p:cNvPr id="198" name="Google Shape;198;p1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9" name="Google Shape;199;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3" name="Shape 203"/>
        <p:cNvGrpSpPr/>
        <p:nvPr/>
      </p:nvGrpSpPr>
      <p:grpSpPr>
        <a:xfrm>
          <a:off x="0" y="0"/>
          <a:ext cx="0" cy="0"/>
          <a:chOff x="0" y="0"/>
          <a:chExt cx="0" cy="0"/>
        </a:xfrm>
      </p:grpSpPr>
      <p:sp>
        <p:nvSpPr>
          <p:cNvPr id="204" name="Google Shape;204;p1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5" name="Google Shape;205;p1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9" name="Shape 209"/>
        <p:cNvGrpSpPr/>
        <p:nvPr/>
      </p:nvGrpSpPr>
      <p:grpSpPr>
        <a:xfrm>
          <a:off x="0" y="0"/>
          <a:ext cx="0" cy="0"/>
          <a:chOff x="0" y="0"/>
          <a:chExt cx="0" cy="0"/>
        </a:xfrm>
      </p:grpSpPr>
      <p:sp>
        <p:nvSpPr>
          <p:cNvPr id="210" name="Google Shape;210;p1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1" name="Google Shape;211;p1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5" name="Shape 215"/>
        <p:cNvGrpSpPr/>
        <p:nvPr/>
      </p:nvGrpSpPr>
      <p:grpSpPr>
        <a:xfrm>
          <a:off x="0" y="0"/>
          <a:ext cx="0" cy="0"/>
          <a:chOff x="0" y="0"/>
          <a:chExt cx="0" cy="0"/>
        </a:xfrm>
      </p:grpSpPr>
      <p:sp>
        <p:nvSpPr>
          <p:cNvPr id="216" name="Google Shape;216;p1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7" name="Google Shape;217;p1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1" name="Shape 221"/>
        <p:cNvGrpSpPr/>
        <p:nvPr/>
      </p:nvGrpSpPr>
      <p:grpSpPr>
        <a:xfrm>
          <a:off x="0" y="0"/>
          <a:ext cx="0" cy="0"/>
          <a:chOff x="0" y="0"/>
          <a:chExt cx="0" cy="0"/>
        </a:xfrm>
      </p:grpSpPr>
      <p:sp>
        <p:nvSpPr>
          <p:cNvPr id="222" name="Google Shape;222;p2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23" name="Google Shape;223;p2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21" name="Shape 21"/>
        <p:cNvGrpSpPr/>
        <p:nvPr/>
      </p:nvGrpSpPr>
      <p:grpSpPr>
        <a:xfrm>
          <a:off x="0" y="0"/>
          <a:ext cx="0" cy="0"/>
          <a:chOff x="0" y="0"/>
          <a:chExt cx="0" cy="0"/>
        </a:xfrm>
      </p:grpSpPr>
      <p:sp>
        <p:nvSpPr>
          <p:cNvPr id="22" name="Google Shape;22;p22"/>
          <p:cNvSpPr txBox="1"/>
          <p:nvPr>
            <p:ph type="ctrTitle"/>
          </p:nvPr>
        </p:nvSpPr>
        <p:spPr>
          <a:xfrm>
            <a:off x="1154955" y="1447800"/>
            <a:ext cx="8825658" cy="332958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7200"/>
              <a:buFont typeface="Century Gothic" panose="020B0502020202020204"/>
              <a:buNone/>
              <a:defRPr sz="7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2"/>
          <p:cNvSpPr txBox="1"/>
          <p:nvPr>
            <p:ph type="subTitle" idx="1"/>
          </p:nvPr>
        </p:nvSpPr>
        <p:spPr>
          <a:xfrm>
            <a:off x="1154955" y="4777380"/>
            <a:ext cx="8825658" cy="861420"/>
          </a:xfrm>
          <a:prstGeom prst="rect">
            <a:avLst/>
          </a:prstGeom>
          <a:noFill/>
          <a:ln>
            <a:noFill/>
          </a:ln>
        </p:spPr>
        <p:txBody>
          <a:bodyPr spcFirstLastPara="1" wrap="square" lIns="91425" tIns="45700" rIns="91425" bIns="45700" anchor="t" anchorCtr="0">
            <a:normAutofit/>
          </a:bodyPr>
          <a:lstStyle>
            <a:lvl1pPr lvl="0" algn="l">
              <a:spcBef>
                <a:spcPts val="1000"/>
              </a:spcBef>
              <a:spcAft>
                <a:spcPts val="0"/>
              </a:spcAft>
              <a:buSzPts val="1600"/>
              <a:buNone/>
              <a:defRPr cap="none">
                <a:solidFill>
                  <a:srgbClr val="86D1D8"/>
                </a:solidFill>
              </a:defRPr>
            </a:lvl1pPr>
            <a:lvl2pPr lvl="1" algn="ctr">
              <a:spcBef>
                <a:spcPts val="1000"/>
              </a:spcBef>
              <a:spcAft>
                <a:spcPts val="0"/>
              </a:spcAft>
              <a:buSzPts val="1440"/>
              <a:buNone/>
              <a:defRPr>
                <a:solidFill>
                  <a:schemeClr val="lt1"/>
                </a:solidFill>
              </a:defRPr>
            </a:lvl2pPr>
            <a:lvl3pPr lvl="2" algn="ctr">
              <a:spcBef>
                <a:spcPts val="1000"/>
              </a:spcBef>
              <a:spcAft>
                <a:spcPts val="0"/>
              </a:spcAft>
              <a:buSzPts val="1280"/>
              <a:buNone/>
              <a:defRPr>
                <a:solidFill>
                  <a:schemeClr val="lt1"/>
                </a:solidFill>
              </a:defRPr>
            </a:lvl3pPr>
            <a:lvl4pPr lvl="3" algn="ctr">
              <a:spcBef>
                <a:spcPts val="1000"/>
              </a:spcBef>
              <a:spcAft>
                <a:spcPts val="0"/>
              </a:spcAft>
              <a:buSzPts val="1120"/>
              <a:buNone/>
              <a:defRPr>
                <a:solidFill>
                  <a:schemeClr val="lt1"/>
                </a:solidFill>
              </a:defRPr>
            </a:lvl4pPr>
            <a:lvl5pPr lvl="4" algn="ctr">
              <a:spcBef>
                <a:spcPts val="1000"/>
              </a:spcBef>
              <a:spcAft>
                <a:spcPts val="0"/>
              </a:spcAft>
              <a:buSzPts val="1120"/>
              <a:buNone/>
              <a:defRPr>
                <a:solidFill>
                  <a:schemeClr val="lt1"/>
                </a:solidFill>
              </a:defRPr>
            </a:lvl5pPr>
            <a:lvl6pPr lvl="5" algn="ctr">
              <a:spcBef>
                <a:spcPts val="1000"/>
              </a:spcBef>
              <a:spcAft>
                <a:spcPts val="0"/>
              </a:spcAft>
              <a:buSzPts val="1120"/>
              <a:buNone/>
              <a:defRPr>
                <a:solidFill>
                  <a:schemeClr val="lt1"/>
                </a:solidFill>
              </a:defRPr>
            </a:lvl6pPr>
            <a:lvl7pPr lvl="6" algn="ctr">
              <a:spcBef>
                <a:spcPts val="1000"/>
              </a:spcBef>
              <a:spcAft>
                <a:spcPts val="0"/>
              </a:spcAft>
              <a:buSzPts val="1120"/>
              <a:buNone/>
              <a:defRPr>
                <a:solidFill>
                  <a:schemeClr val="lt1"/>
                </a:solidFill>
              </a:defRPr>
            </a:lvl7pPr>
            <a:lvl8pPr lvl="7" algn="ctr">
              <a:spcBef>
                <a:spcPts val="1000"/>
              </a:spcBef>
              <a:spcAft>
                <a:spcPts val="0"/>
              </a:spcAft>
              <a:buSzPts val="1120"/>
              <a:buNone/>
              <a:defRPr>
                <a:solidFill>
                  <a:schemeClr val="lt1"/>
                </a:solidFill>
              </a:defRPr>
            </a:lvl8pPr>
            <a:lvl9pPr lvl="8" algn="ctr">
              <a:spcBef>
                <a:spcPts val="1000"/>
              </a:spcBef>
              <a:spcAft>
                <a:spcPts val="0"/>
              </a:spcAft>
              <a:buSzPts val="1120"/>
              <a:buNone/>
              <a:defRPr>
                <a:solidFill>
                  <a:schemeClr val="lt1"/>
                </a:solidFill>
              </a:defRPr>
            </a:lvl9pPr>
          </a:lstStyle>
          <a:p/>
        </p:txBody>
      </p:sp>
      <p:sp>
        <p:nvSpPr>
          <p:cNvPr id="24" name="Google Shape;24;p22"/>
          <p:cNvSpPr txBox="1"/>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
          <p:cNvSpPr txBox="1"/>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7" name="Shape 27"/>
        <p:cNvGrpSpPr/>
        <p:nvPr/>
      </p:nvGrpSpPr>
      <p:grpSpPr>
        <a:xfrm>
          <a:off x="0" y="0"/>
          <a:ext cx="0" cy="0"/>
          <a:chOff x="0" y="0"/>
          <a:chExt cx="0" cy="0"/>
        </a:xfrm>
      </p:grpSpPr>
      <p:sp>
        <p:nvSpPr>
          <p:cNvPr id="28" name="Google Shape;28;p23"/>
          <p:cNvSpPr txBox="1"/>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3"/>
          <p:cNvSpPr txBox="1"/>
          <p:nvPr>
            <p:ph type="body" idx="1"/>
          </p:nvPr>
        </p:nvSpPr>
        <p:spPr>
          <a:xfrm>
            <a:off x="1103312" y="2052918"/>
            <a:ext cx="8946541" cy="4195481"/>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30" name="Google Shape;30;p23"/>
          <p:cNvSpPr txBox="1"/>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3"/>
          <p:cNvSpPr txBox="1"/>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33" name="Shape 33"/>
        <p:cNvGrpSpPr/>
        <p:nvPr/>
      </p:nvGrpSpPr>
      <p:grpSpPr>
        <a:xfrm>
          <a:off x="0" y="0"/>
          <a:ext cx="0" cy="0"/>
          <a:chOff x="0" y="0"/>
          <a:chExt cx="0" cy="0"/>
        </a:xfrm>
      </p:grpSpPr>
      <p:sp>
        <p:nvSpPr>
          <p:cNvPr id="34" name="Google Shape;34;p24"/>
          <p:cNvSpPr txBox="1"/>
          <p:nvPr>
            <p:ph type="title"/>
          </p:nvPr>
        </p:nvSpPr>
        <p:spPr>
          <a:xfrm>
            <a:off x="1154956" y="2861733"/>
            <a:ext cx="8825657" cy="191564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4000"/>
              <a:buFont typeface="Century Gothic" panose="020B0502020202020204"/>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4"/>
          <p:cNvSpPr txBox="1"/>
          <p:nvPr>
            <p:ph type="body" idx="1"/>
          </p:nvPr>
        </p:nvSpPr>
        <p:spPr>
          <a:xfrm>
            <a:off x="1154955" y="4777381"/>
            <a:ext cx="882565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cap="none">
                <a:solidFill>
                  <a:srgbClr val="86D1D8"/>
                </a:solidFill>
              </a:defRPr>
            </a:lvl1pPr>
            <a:lvl2pPr marL="914400" lvl="1" indent="-228600" algn="l">
              <a:spcBef>
                <a:spcPts val="1000"/>
              </a:spcBef>
              <a:spcAft>
                <a:spcPts val="0"/>
              </a:spcAft>
              <a:buSzPts val="1440"/>
              <a:buNone/>
              <a:defRPr sz="1800">
                <a:solidFill>
                  <a:schemeClr val="lt1"/>
                </a:solidFill>
              </a:defRPr>
            </a:lvl2pPr>
            <a:lvl3pPr marL="1371600" lvl="2" indent="-228600" algn="l">
              <a:spcBef>
                <a:spcPts val="1000"/>
              </a:spcBef>
              <a:spcAft>
                <a:spcPts val="0"/>
              </a:spcAft>
              <a:buSzPts val="1280"/>
              <a:buNone/>
              <a:defRPr sz="1600">
                <a:solidFill>
                  <a:schemeClr val="lt1"/>
                </a:solidFill>
              </a:defRPr>
            </a:lvl3pPr>
            <a:lvl4pPr marL="1828800" lvl="3" indent="-228600" algn="l">
              <a:spcBef>
                <a:spcPts val="1000"/>
              </a:spcBef>
              <a:spcAft>
                <a:spcPts val="0"/>
              </a:spcAft>
              <a:buSzPts val="1120"/>
              <a:buNone/>
              <a:defRPr sz="1400">
                <a:solidFill>
                  <a:schemeClr val="lt1"/>
                </a:solidFill>
              </a:defRPr>
            </a:lvl4pPr>
            <a:lvl5pPr marL="2286000" lvl="4" indent="-228600" algn="l">
              <a:spcBef>
                <a:spcPts val="1000"/>
              </a:spcBef>
              <a:spcAft>
                <a:spcPts val="0"/>
              </a:spcAft>
              <a:buSzPts val="1120"/>
              <a:buNone/>
              <a:defRPr sz="1400">
                <a:solidFill>
                  <a:schemeClr val="lt1"/>
                </a:solidFill>
              </a:defRPr>
            </a:lvl5pPr>
            <a:lvl6pPr marL="2743200" lvl="5" indent="-228600" algn="l">
              <a:spcBef>
                <a:spcPts val="1000"/>
              </a:spcBef>
              <a:spcAft>
                <a:spcPts val="0"/>
              </a:spcAft>
              <a:buSzPts val="1120"/>
              <a:buNone/>
              <a:defRPr sz="1400">
                <a:solidFill>
                  <a:schemeClr val="lt1"/>
                </a:solidFill>
              </a:defRPr>
            </a:lvl6pPr>
            <a:lvl7pPr marL="3200400" lvl="6" indent="-228600" algn="l">
              <a:spcBef>
                <a:spcPts val="1000"/>
              </a:spcBef>
              <a:spcAft>
                <a:spcPts val="0"/>
              </a:spcAft>
              <a:buSzPts val="1120"/>
              <a:buNone/>
              <a:defRPr sz="1400">
                <a:solidFill>
                  <a:schemeClr val="lt1"/>
                </a:solidFill>
              </a:defRPr>
            </a:lvl7pPr>
            <a:lvl8pPr marL="3657600" lvl="7" indent="-228600" algn="l">
              <a:spcBef>
                <a:spcPts val="1000"/>
              </a:spcBef>
              <a:spcAft>
                <a:spcPts val="0"/>
              </a:spcAft>
              <a:buSzPts val="1120"/>
              <a:buNone/>
              <a:defRPr sz="1400">
                <a:solidFill>
                  <a:schemeClr val="lt1"/>
                </a:solidFill>
              </a:defRPr>
            </a:lvl8pPr>
            <a:lvl9pPr marL="4114800" lvl="8" indent="-228600" algn="l">
              <a:spcBef>
                <a:spcPts val="1000"/>
              </a:spcBef>
              <a:spcAft>
                <a:spcPts val="0"/>
              </a:spcAft>
              <a:buSzPts val="1120"/>
              <a:buNone/>
              <a:defRPr sz="1400">
                <a:solidFill>
                  <a:schemeClr val="lt1"/>
                </a:solidFill>
              </a:defRPr>
            </a:lvl9pPr>
          </a:lstStyle>
          <a:p/>
        </p:txBody>
      </p:sp>
      <p:sp>
        <p:nvSpPr>
          <p:cNvPr id="36" name="Google Shape;36;p24"/>
          <p:cNvSpPr txBox="1"/>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4"/>
          <p:cNvSpPr txBox="1"/>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9" name="Shape 39"/>
        <p:cNvGrpSpPr/>
        <p:nvPr/>
      </p:nvGrpSpPr>
      <p:grpSpPr>
        <a:xfrm>
          <a:off x="0" y="0"/>
          <a:ext cx="0" cy="0"/>
          <a:chOff x="0" y="0"/>
          <a:chExt cx="0" cy="0"/>
        </a:xfrm>
      </p:grpSpPr>
      <p:sp>
        <p:nvSpPr>
          <p:cNvPr id="40" name="Google Shape;40;p25"/>
          <p:cNvSpPr txBox="1"/>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5"/>
          <p:cNvSpPr txBox="1"/>
          <p:nvPr>
            <p:ph type="body" idx="1"/>
          </p:nvPr>
        </p:nvSpPr>
        <p:spPr>
          <a:xfrm>
            <a:off x="1103312" y="2060575"/>
            <a:ext cx="4396339" cy="419576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20"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60" algn="l">
              <a:spcBef>
                <a:spcPts val="1000"/>
              </a:spcBef>
              <a:spcAft>
                <a:spcPts val="0"/>
              </a:spcAft>
              <a:buSzPts val="960"/>
              <a:buChar char="►"/>
              <a:defRPr sz="1200"/>
            </a:lvl8pPr>
            <a:lvl9pPr marL="4114800" lvl="8" indent="-289560" algn="l">
              <a:spcBef>
                <a:spcPts val="1000"/>
              </a:spcBef>
              <a:spcAft>
                <a:spcPts val="0"/>
              </a:spcAft>
              <a:buSzPts val="960"/>
              <a:buChar char="►"/>
              <a:defRPr sz="1200"/>
            </a:lvl9pPr>
          </a:lstStyle>
          <a:p/>
        </p:txBody>
      </p:sp>
      <p:sp>
        <p:nvSpPr>
          <p:cNvPr id="42" name="Google Shape;42;p25"/>
          <p:cNvSpPr txBox="1"/>
          <p:nvPr>
            <p:ph type="body" idx="2"/>
          </p:nvPr>
        </p:nvSpPr>
        <p:spPr>
          <a:xfrm>
            <a:off x="5654493" y="2056092"/>
            <a:ext cx="4396341" cy="4200245"/>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20"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60" algn="l">
              <a:spcBef>
                <a:spcPts val="1000"/>
              </a:spcBef>
              <a:spcAft>
                <a:spcPts val="0"/>
              </a:spcAft>
              <a:buSzPts val="960"/>
              <a:buChar char="►"/>
              <a:defRPr sz="1200"/>
            </a:lvl8pPr>
            <a:lvl9pPr marL="4114800" lvl="8" indent="-289560" algn="l">
              <a:spcBef>
                <a:spcPts val="1000"/>
              </a:spcBef>
              <a:spcAft>
                <a:spcPts val="0"/>
              </a:spcAft>
              <a:buSzPts val="960"/>
              <a:buChar char="►"/>
              <a:defRPr sz="1200"/>
            </a:lvl9pPr>
          </a:lstStyle>
          <a:p/>
        </p:txBody>
      </p:sp>
      <p:sp>
        <p:nvSpPr>
          <p:cNvPr id="43" name="Google Shape;43;p25"/>
          <p:cNvSpPr txBox="1"/>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5"/>
          <p:cNvSpPr txBox="1"/>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5"/>
          <p:cNvSpPr txBox="1"/>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6" name="Shape 46"/>
        <p:cNvGrpSpPr/>
        <p:nvPr/>
      </p:nvGrpSpPr>
      <p:grpSpPr>
        <a:xfrm>
          <a:off x="0" y="0"/>
          <a:ext cx="0" cy="0"/>
          <a:chOff x="0" y="0"/>
          <a:chExt cx="0" cy="0"/>
        </a:xfrm>
      </p:grpSpPr>
      <p:sp>
        <p:nvSpPr>
          <p:cNvPr id="47" name="Google Shape;47;p26"/>
          <p:cNvSpPr txBox="1"/>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200"/>
              <a:buFont typeface="Century Gothic" panose="020B0502020202020204"/>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6"/>
          <p:cNvSpPr txBox="1"/>
          <p:nvPr>
            <p:ph type="body" idx="1"/>
          </p:nvPr>
        </p:nvSpPr>
        <p:spPr>
          <a:xfrm>
            <a:off x="1103313" y="1905000"/>
            <a:ext cx="439633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p:txBody>
      </p:sp>
      <p:sp>
        <p:nvSpPr>
          <p:cNvPr id="49" name="Google Shape;49;p26"/>
          <p:cNvSpPr txBox="1"/>
          <p:nvPr>
            <p:ph type="body" idx="2"/>
          </p:nvPr>
        </p:nvSpPr>
        <p:spPr>
          <a:xfrm>
            <a:off x="1103312" y="2514600"/>
            <a:ext cx="4396339" cy="374173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20"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60" algn="l">
              <a:spcBef>
                <a:spcPts val="1000"/>
              </a:spcBef>
              <a:spcAft>
                <a:spcPts val="0"/>
              </a:spcAft>
              <a:buSzPts val="960"/>
              <a:buChar char="►"/>
              <a:defRPr sz="1200"/>
            </a:lvl8pPr>
            <a:lvl9pPr marL="4114800" lvl="8" indent="-289560" algn="l">
              <a:spcBef>
                <a:spcPts val="1000"/>
              </a:spcBef>
              <a:spcAft>
                <a:spcPts val="0"/>
              </a:spcAft>
              <a:buSzPts val="960"/>
              <a:buChar char="►"/>
              <a:defRPr sz="1200"/>
            </a:lvl9pPr>
          </a:lstStyle>
          <a:p/>
        </p:txBody>
      </p:sp>
      <p:sp>
        <p:nvSpPr>
          <p:cNvPr id="50" name="Google Shape;50;p26"/>
          <p:cNvSpPr txBox="1"/>
          <p:nvPr>
            <p:ph type="body" idx="3"/>
          </p:nvPr>
        </p:nvSpPr>
        <p:spPr>
          <a:xfrm>
            <a:off x="5654495" y="1905000"/>
            <a:ext cx="4396339"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p:txBody>
      </p:sp>
      <p:sp>
        <p:nvSpPr>
          <p:cNvPr id="51" name="Google Shape;51;p26"/>
          <p:cNvSpPr txBox="1"/>
          <p:nvPr>
            <p:ph type="body" idx="4"/>
          </p:nvPr>
        </p:nvSpPr>
        <p:spPr>
          <a:xfrm>
            <a:off x="5654495" y="2514600"/>
            <a:ext cx="4396339" cy="374173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20"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60" algn="l">
              <a:spcBef>
                <a:spcPts val="1000"/>
              </a:spcBef>
              <a:spcAft>
                <a:spcPts val="0"/>
              </a:spcAft>
              <a:buSzPts val="960"/>
              <a:buChar char="►"/>
              <a:defRPr sz="1200"/>
            </a:lvl8pPr>
            <a:lvl9pPr marL="4114800" lvl="8" indent="-289560" algn="l">
              <a:spcBef>
                <a:spcPts val="1000"/>
              </a:spcBef>
              <a:spcAft>
                <a:spcPts val="0"/>
              </a:spcAft>
              <a:buSzPts val="960"/>
              <a:buChar char="►"/>
              <a:defRPr sz="1200"/>
            </a:lvl9pPr>
          </a:lstStyle>
          <a:p/>
        </p:txBody>
      </p:sp>
      <p:sp>
        <p:nvSpPr>
          <p:cNvPr id="52" name="Google Shape;52;p26"/>
          <p:cNvSpPr txBox="1"/>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6"/>
          <p:cNvSpPr txBox="1"/>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55" name="Shape 55"/>
        <p:cNvGrpSpPr/>
        <p:nvPr/>
      </p:nvGrpSpPr>
      <p:grpSpPr>
        <a:xfrm>
          <a:off x="0" y="0"/>
          <a:ext cx="0" cy="0"/>
          <a:chOff x="0" y="0"/>
          <a:chExt cx="0" cy="0"/>
        </a:xfrm>
      </p:grpSpPr>
      <p:sp>
        <p:nvSpPr>
          <p:cNvPr id="56" name="Google Shape;56;p27"/>
          <p:cNvSpPr txBox="1"/>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7"/>
          <p:cNvSpPr txBox="1"/>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7"/>
          <p:cNvSpPr txBox="1"/>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60" name="Shape 60"/>
        <p:cNvGrpSpPr/>
        <p:nvPr/>
      </p:nvGrpSpPr>
      <p:grpSpPr>
        <a:xfrm>
          <a:off x="0" y="0"/>
          <a:ext cx="0" cy="0"/>
          <a:chOff x="0" y="0"/>
          <a:chExt cx="0" cy="0"/>
        </a:xfrm>
      </p:grpSpPr>
      <p:sp>
        <p:nvSpPr>
          <p:cNvPr id="61" name="Google Shape;61;p28"/>
          <p:cNvSpPr txBox="1"/>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8"/>
          <p:cNvSpPr txBox="1"/>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8"/>
          <p:cNvSpPr txBox="1"/>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64" name="Shape 64"/>
        <p:cNvGrpSpPr/>
        <p:nvPr/>
      </p:nvGrpSpPr>
      <p:grpSpPr>
        <a:xfrm>
          <a:off x="0" y="0"/>
          <a:ext cx="0" cy="0"/>
          <a:chOff x="0" y="0"/>
          <a:chExt cx="0" cy="0"/>
        </a:xfrm>
      </p:grpSpPr>
      <p:sp>
        <p:nvSpPr>
          <p:cNvPr id="65" name="Google Shape;65;p29"/>
          <p:cNvSpPr txBox="1"/>
          <p:nvPr>
            <p:ph type="title"/>
          </p:nvPr>
        </p:nvSpPr>
        <p:spPr>
          <a:xfrm>
            <a:off x="1154953" y="1447800"/>
            <a:ext cx="3401064" cy="14478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2400"/>
              <a:buFont typeface="Century Gothic" panose="020B0502020202020204"/>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9"/>
          <p:cNvSpPr txBox="1"/>
          <p:nvPr>
            <p:ph type="body" idx="1"/>
          </p:nvPr>
        </p:nvSpPr>
        <p:spPr>
          <a:xfrm>
            <a:off x="4784616" y="1447800"/>
            <a:ext cx="5195997" cy="4572000"/>
          </a:xfrm>
          <a:prstGeom prst="rect">
            <a:avLst/>
          </a:prstGeom>
          <a:noFill/>
          <a:ln>
            <a:noFill/>
          </a:ln>
        </p:spPr>
        <p:txBody>
          <a:bodyPr spcFirstLastPara="1" wrap="square" lIns="91425" tIns="45700" rIns="91425" bIns="45700" anchor="ctr" anchorCtr="0">
            <a:normAutofit/>
          </a:bodyPr>
          <a:lstStyle>
            <a:lvl1pPr marL="457200" lvl="0" indent="-330200" algn="l">
              <a:spcBef>
                <a:spcPts val="1000"/>
              </a:spcBef>
              <a:spcAft>
                <a:spcPts val="0"/>
              </a:spcAft>
              <a:buSzPts val="1600"/>
              <a:buChar char="►"/>
              <a:defRPr sz="2000"/>
            </a:lvl1pPr>
            <a:lvl2pPr marL="914400" lvl="1" indent="-320040" algn="l">
              <a:spcBef>
                <a:spcPts val="1000"/>
              </a:spcBef>
              <a:spcAft>
                <a:spcPts val="0"/>
              </a:spcAft>
              <a:buSzPts val="1440"/>
              <a:buChar char="►"/>
              <a:defRPr sz="1800"/>
            </a:lvl2pPr>
            <a:lvl3pPr marL="1371600" lvl="2" indent="-309880" algn="l">
              <a:spcBef>
                <a:spcPts val="1000"/>
              </a:spcBef>
              <a:spcAft>
                <a:spcPts val="0"/>
              </a:spcAft>
              <a:buSzPts val="1280"/>
              <a:buChar char="►"/>
              <a:defRPr sz="1600"/>
            </a:lvl3pPr>
            <a:lvl4pPr marL="1828800" lvl="3" indent="-299720" algn="l">
              <a:spcBef>
                <a:spcPts val="1000"/>
              </a:spcBef>
              <a:spcAft>
                <a:spcPts val="0"/>
              </a:spcAft>
              <a:buSzPts val="1120"/>
              <a:buChar char="►"/>
              <a:defRPr sz="1400"/>
            </a:lvl4pPr>
            <a:lvl5pPr marL="2286000" lvl="4" indent="-299720" algn="l">
              <a:spcBef>
                <a:spcPts val="1000"/>
              </a:spcBef>
              <a:spcAft>
                <a:spcPts val="0"/>
              </a:spcAft>
              <a:buSzPts val="1120"/>
              <a:buChar char="►"/>
              <a:defRPr sz="1400"/>
            </a:lvl5pPr>
            <a:lvl6pPr marL="2743200" lvl="5" indent="-299720" algn="l">
              <a:spcBef>
                <a:spcPts val="1000"/>
              </a:spcBef>
              <a:spcAft>
                <a:spcPts val="0"/>
              </a:spcAft>
              <a:buSzPts val="1120"/>
              <a:buChar char="►"/>
              <a:defRPr sz="1400"/>
            </a:lvl6pPr>
            <a:lvl7pPr marL="3200400" lvl="6" indent="-299720" algn="l">
              <a:spcBef>
                <a:spcPts val="1000"/>
              </a:spcBef>
              <a:spcAft>
                <a:spcPts val="0"/>
              </a:spcAft>
              <a:buSzPts val="1120"/>
              <a:buChar char="►"/>
              <a:defRPr sz="1400"/>
            </a:lvl7pPr>
            <a:lvl8pPr marL="3657600" lvl="7" indent="-299720" algn="l">
              <a:spcBef>
                <a:spcPts val="1000"/>
              </a:spcBef>
              <a:spcAft>
                <a:spcPts val="0"/>
              </a:spcAft>
              <a:buSzPts val="1120"/>
              <a:buChar char="►"/>
              <a:defRPr sz="1400"/>
            </a:lvl8pPr>
            <a:lvl9pPr marL="4114800" lvl="8" indent="-299720" algn="l">
              <a:spcBef>
                <a:spcPts val="1000"/>
              </a:spcBef>
              <a:spcAft>
                <a:spcPts val="0"/>
              </a:spcAft>
              <a:buSzPts val="1120"/>
              <a:buChar char="►"/>
              <a:defRPr sz="1400"/>
            </a:lvl9pPr>
          </a:lstStyle>
          <a:p/>
        </p:txBody>
      </p:sp>
      <p:sp>
        <p:nvSpPr>
          <p:cNvPr id="67" name="Google Shape;67;p29"/>
          <p:cNvSpPr txBox="1"/>
          <p:nvPr>
            <p:ph type="body" idx="2"/>
          </p:nvPr>
        </p:nvSpPr>
        <p:spPr>
          <a:xfrm>
            <a:off x="1154953" y="3129280"/>
            <a:ext cx="3401063" cy="289559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p:txBody>
      </p:sp>
      <p:sp>
        <p:nvSpPr>
          <p:cNvPr id="68" name="Google Shape;68;p29"/>
          <p:cNvSpPr txBox="1"/>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9"/>
          <p:cNvSpPr txBox="1"/>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9"/>
          <p:cNvSpPr txBox="1"/>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71" name="Shape 71"/>
        <p:cNvGrpSpPr/>
        <p:nvPr/>
      </p:nvGrpSpPr>
      <p:grpSpPr>
        <a:xfrm>
          <a:off x="0" y="0"/>
          <a:ext cx="0" cy="0"/>
          <a:chOff x="0" y="0"/>
          <a:chExt cx="0" cy="0"/>
        </a:xfrm>
      </p:grpSpPr>
      <p:sp>
        <p:nvSpPr>
          <p:cNvPr id="72" name="Google Shape;72;p30"/>
          <p:cNvSpPr txBox="1"/>
          <p:nvPr>
            <p:ph type="title"/>
          </p:nvPr>
        </p:nvSpPr>
        <p:spPr>
          <a:xfrm>
            <a:off x="1153907" y="1854192"/>
            <a:ext cx="5092906" cy="157480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2"/>
              </a:buClr>
              <a:buSzPts val="3600"/>
              <a:buFont typeface="Century Gothic" panose="020B0502020202020204"/>
              <a:buNone/>
              <a:defRPr sz="36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0"/>
          <p:cNvSpPr/>
          <p:nvPr>
            <p:ph type="pic" idx="2"/>
          </p:nvPr>
        </p:nvSpPr>
        <p:spPr>
          <a:xfrm>
            <a:off x="6949546" y="1143000"/>
            <a:ext cx="3200400" cy="4572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74" name="Google Shape;74;p30"/>
          <p:cNvSpPr txBox="1"/>
          <p:nvPr>
            <p:ph type="body" idx="1"/>
          </p:nvPr>
        </p:nvSpPr>
        <p:spPr>
          <a:xfrm>
            <a:off x="1154954" y="3657600"/>
            <a:ext cx="5084979" cy="13716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p:txBody>
      </p:sp>
      <p:sp>
        <p:nvSpPr>
          <p:cNvPr id="75" name="Google Shape;75;p30"/>
          <p:cNvSpPr txBox="1"/>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0"/>
          <p:cNvSpPr txBox="1"/>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0"/>
          <p:cNvSpPr txBox="1"/>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78" name="Shape 78"/>
        <p:cNvGrpSpPr/>
        <p:nvPr/>
      </p:nvGrpSpPr>
      <p:grpSpPr>
        <a:xfrm>
          <a:off x="0" y="0"/>
          <a:ext cx="0" cy="0"/>
          <a:chOff x="0" y="0"/>
          <a:chExt cx="0" cy="0"/>
        </a:xfrm>
      </p:grpSpPr>
      <p:sp>
        <p:nvSpPr>
          <p:cNvPr id="79" name="Google Shape;79;p31"/>
          <p:cNvSpPr txBox="1"/>
          <p:nvPr>
            <p:ph type="title"/>
          </p:nvPr>
        </p:nvSpPr>
        <p:spPr>
          <a:xfrm>
            <a:off x="1154956" y="4800587"/>
            <a:ext cx="882565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2"/>
              </a:buClr>
              <a:buSzPts val="2400"/>
              <a:buFont typeface="Century Gothic" panose="020B0502020202020204"/>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1"/>
          <p:cNvSpPr/>
          <p:nvPr>
            <p:ph type="pic" idx="2"/>
          </p:nvPr>
        </p:nvSpPr>
        <p:spPr>
          <a:xfrm>
            <a:off x="1154955" y="685800"/>
            <a:ext cx="8825658" cy="3640666"/>
          </a:xfrm>
          <a:prstGeom prst="roundRect">
            <a:avLst>
              <a:gd name="adj" fmla="val 1858"/>
            </a:avLst>
          </a:prstGeom>
          <a:noFill/>
          <a:ln>
            <a:noFill/>
          </a:ln>
          <a:effectLst>
            <a:outerShdw blurRad="50800" dist="50800" dir="5400000" algn="tl" rotWithShape="0">
              <a:srgbClr val="000000">
                <a:alpha val="42745"/>
              </a:srgbClr>
            </a:outerShdw>
          </a:effectLst>
        </p:spPr>
      </p:sp>
      <p:sp>
        <p:nvSpPr>
          <p:cNvPr id="81" name="Google Shape;81;p31"/>
          <p:cNvSpPr txBox="1"/>
          <p:nvPr>
            <p:ph type="body" idx="1"/>
          </p:nvPr>
        </p:nvSpPr>
        <p:spPr>
          <a:xfrm>
            <a:off x="1154956" y="5367325"/>
            <a:ext cx="8825656" cy="49371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p:txBody>
      </p:sp>
      <p:sp>
        <p:nvSpPr>
          <p:cNvPr id="82" name="Google Shape;82;p31"/>
          <p:cNvSpPr txBox="1"/>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1"/>
          <p:cNvSpPr txBox="1"/>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1"/>
          <p:cNvSpPr txBox="1"/>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85" name="Shape 85"/>
        <p:cNvGrpSpPr/>
        <p:nvPr/>
      </p:nvGrpSpPr>
      <p:grpSpPr>
        <a:xfrm>
          <a:off x="0" y="0"/>
          <a:ext cx="0" cy="0"/>
          <a:chOff x="0" y="0"/>
          <a:chExt cx="0" cy="0"/>
        </a:xfrm>
      </p:grpSpPr>
      <p:sp>
        <p:nvSpPr>
          <p:cNvPr id="86" name="Google Shape;86;p32"/>
          <p:cNvSpPr txBox="1"/>
          <p:nvPr>
            <p:ph type="title"/>
          </p:nvPr>
        </p:nvSpPr>
        <p:spPr>
          <a:xfrm>
            <a:off x="1154954" y="1447800"/>
            <a:ext cx="8825659" cy="1981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800"/>
              <a:buFont typeface="Century Gothic" panose="020B0502020202020204"/>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2"/>
          <p:cNvSpPr txBox="1"/>
          <p:nvPr>
            <p:ph type="body" idx="1"/>
          </p:nvPr>
        </p:nvSpPr>
        <p:spPr>
          <a:xfrm>
            <a:off x="1154954" y="3657600"/>
            <a:ext cx="8825659" cy="2362200"/>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p:txBody>
      </p:sp>
      <p:sp>
        <p:nvSpPr>
          <p:cNvPr id="88" name="Google Shape;88;p32"/>
          <p:cNvSpPr txBox="1"/>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2"/>
          <p:cNvSpPr txBox="1"/>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32"/>
          <p:cNvSpPr txBox="1"/>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91" name="Shape 91"/>
        <p:cNvGrpSpPr/>
        <p:nvPr/>
      </p:nvGrpSpPr>
      <p:grpSpPr>
        <a:xfrm>
          <a:off x="0" y="0"/>
          <a:ext cx="0" cy="0"/>
          <a:chOff x="0" y="0"/>
          <a:chExt cx="0" cy="0"/>
        </a:xfrm>
      </p:grpSpPr>
      <p:sp>
        <p:nvSpPr>
          <p:cNvPr id="92" name="Google Shape;92;p33"/>
          <p:cNvSpPr txBox="1"/>
          <p:nvPr>
            <p:ph type="title"/>
          </p:nvPr>
        </p:nvSpPr>
        <p:spPr>
          <a:xfrm>
            <a:off x="1574801" y="1447800"/>
            <a:ext cx="7999315" cy="2323374"/>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800"/>
              <a:buFont typeface="Century Gothic" panose="020B0502020202020204"/>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3"/>
          <p:cNvSpPr txBox="1"/>
          <p:nvPr>
            <p:ph type="body" idx="1"/>
          </p:nvPr>
        </p:nvSpPr>
        <p:spPr>
          <a:xfrm>
            <a:off x="1930400" y="3771174"/>
            <a:ext cx="7279649" cy="34217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b="0" i="0" cap="small">
                <a:solidFill>
                  <a:srgbClr val="86D1D8"/>
                </a:solidFill>
                <a:latin typeface="Century Gothic" panose="020B0502020202020204"/>
                <a:ea typeface="Century Gothic" panose="020B0502020202020204"/>
                <a:cs typeface="Century Gothic" panose="020B0502020202020204"/>
                <a:sym typeface="Century Gothic" panose="020B0502020202020204"/>
              </a:defRPr>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p:txBody>
      </p:sp>
      <p:sp>
        <p:nvSpPr>
          <p:cNvPr id="94" name="Google Shape;94;p33"/>
          <p:cNvSpPr txBox="1"/>
          <p:nvPr>
            <p:ph type="body" idx="2"/>
          </p:nvPr>
        </p:nvSpPr>
        <p:spPr>
          <a:xfrm>
            <a:off x="1154954" y="4350657"/>
            <a:ext cx="8825659" cy="1676400"/>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p:txBody>
      </p:sp>
      <p:sp>
        <p:nvSpPr>
          <p:cNvPr id="95" name="Google Shape;95;p33"/>
          <p:cNvSpPr txBox="1"/>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3"/>
          <p:cNvSpPr txBox="1"/>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33"/>
          <p:cNvSpPr txBox="1"/>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fld>
            <a:endParaRPr lang="en-US"/>
          </a:p>
        </p:txBody>
      </p:sp>
      <p:sp>
        <p:nvSpPr>
          <p:cNvPr id="98" name="Google Shape;98;p33"/>
          <p:cNvSpPr txBox="1"/>
          <p:nvPr/>
        </p:nvSpPr>
        <p:spPr>
          <a:xfrm>
            <a:off x="898295" y="971253"/>
            <a:ext cx="801912" cy="196977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200" b="0" i="0">
                <a:solidFill>
                  <a:srgbClr val="86D1D8"/>
                </a:solidFill>
                <a:latin typeface="Arial" panose="020B0604020202020204"/>
                <a:ea typeface="Arial" panose="020B0604020202020204"/>
                <a:cs typeface="Arial" panose="020B0604020202020204"/>
                <a:sym typeface="Arial" panose="020B0604020202020204"/>
              </a:rPr>
              <a:t>“</a:t>
            </a:r>
            <a:endParaRPr lang="en-US" sz="12200" b="0" i="0">
              <a:solidFill>
                <a:srgbClr val="86D1D8"/>
              </a:solidFill>
              <a:latin typeface="Arial" panose="020B0604020202020204"/>
              <a:ea typeface="Arial" panose="020B0604020202020204"/>
              <a:cs typeface="Arial" panose="020B0604020202020204"/>
              <a:sym typeface="Arial" panose="020B0604020202020204"/>
            </a:endParaRPr>
          </a:p>
        </p:txBody>
      </p:sp>
      <p:sp>
        <p:nvSpPr>
          <p:cNvPr id="99" name="Google Shape;99;p33"/>
          <p:cNvSpPr txBox="1"/>
          <p:nvPr/>
        </p:nvSpPr>
        <p:spPr>
          <a:xfrm>
            <a:off x="9330490" y="2613787"/>
            <a:ext cx="801912" cy="196977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200" b="0" i="0">
                <a:solidFill>
                  <a:srgbClr val="86D1D8"/>
                </a:solidFill>
                <a:latin typeface="Arial" panose="020B0604020202020204"/>
                <a:ea typeface="Arial" panose="020B0604020202020204"/>
                <a:cs typeface="Arial" panose="020B0604020202020204"/>
                <a:sym typeface="Arial" panose="020B0604020202020204"/>
              </a:rPr>
              <a:t>”</a:t>
            </a:r>
            <a:endParaRPr lang="en-US" sz="12200" b="0" i="0">
              <a:solidFill>
                <a:srgbClr val="86D1D8"/>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00" name="Shape 100"/>
        <p:cNvGrpSpPr/>
        <p:nvPr/>
      </p:nvGrpSpPr>
      <p:grpSpPr>
        <a:xfrm>
          <a:off x="0" y="0"/>
          <a:ext cx="0" cy="0"/>
          <a:chOff x="0" y="0"/>
          <a:chExt cx="0" cy="0"/>
        </a:xfrm>
      </p:grpSpPr>
      <p:sp>
        <p:nvSpPr>
          <p:cNvPr id="101" name="Google Shape;101;p34"/>
          <p:cNvSpPr txBox="1"/>
          <p:nvPr>
            <p:ph type="title"/>
          </p:nvPr>
        </p:nvSpPr>
        <p:spPr>
          <a:xfrm>
            <a:off x="1154954" y="3124201"/>
            <a:ext cx="8825660" cy="165318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4000"/>
              <a:buFont typeface="Century Gothic" panose="020B0502020202020204"/>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34"/>
          <p:cNvSpPr txBox="1"/>
          <p:nvPr>
            <p:ph type="body" idx="1"/>
          </p:nvPr>
        </p:nvSpPr>
        <p:spPr>
          <a:xfrm>
            <a:off x="1154954" y="4777381"/>
            <a:ext cx="8825659"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cap="none">
                <a:solidFill>
                  <a:srgbClr val="86D1D8"/>
                </a:solidFill>
              </a:defRPr>
            </a:lvl1pPr>
            <a:lvl2pPr marL="914400" lvl="1" indent="-228600" algn="l">
              <a:spcBef>
                <a:spcPts val="1000"/>
              </a:spcBef>
              <a:spcAft>
                <a:spcPts val="0"/>
              </a:spcAft>
              <a:buSzPts val="1440"/>
              <a:buNone/>
              <a:defRPr sz="1800">
                <a:solidFill>
                  <a:schemeClr val="lt1"/>
                </a:solidFill>
              </a:defRPr>
            </a:lvl2pPr>
            <a:lvl3pPr marL="1371600" lvl="2" indent="-228600" algn="l">
              <a:spcBef>
                <a:spcPts val="1000"/>
              </a:spcBef>
              <a:spcAft>
                <a:spcPts val="0"/>
              </a:spcAft>
              <a:buSzPts val="1280"/>
              <a:buNone/>
              <a:defRPr sz="1600">
                <a:solidFill>
                  <a:schemeClr val="lt1"/>
                </a:solidFill>
              </a:defRPr>
            </a:lvl3pPr>
            <a:lvl4pPr marL="1828800" lvl="3" indent="-228600" algn="l">
              <a:spcBef>
                <a:spcPts val="1000"/>
              </a:spcBef>
              <a:spcAft>
                <a:spcPts val="0"/>
              </a:spcAft>
              <a:buSzPts val="1120"/>
              <a:buNone/>
              <a:defRPr sz="1400">
                <a:solidFill>
                  <a:schemeClr val="lt1"/>
                </a:solidFill>
              </a:defRPr>
            </a:lvl4pPr>
            <a:lvl5pPr marL="2286000" lvl="4" indent="-228600" algn="l">
              <a:spcBef>
                <a:spcPts val="1000"/>
              </a:spcBef>
              <a:spcAft>
                <a:spcPts val="0"/>
              </a:spcAft>
              <a:buSzPts val="1120"/>
              <a:buNone/>
              <a:defRPr sz="1400">
                <a:solidFill>
                  <a:schemeClr val="lt1"/>
                </a:solidFill>
              </a:defRPr>
            </a:lvl5pPr>
            <a:lvl6pPr marL="2743200" lvl="5" indent="-228600" algn="l">
              <a:spcBef>
                <a:spcPts val="1000"/>
              </a:spcBef>
              <a:spcAft>
                <a:spcPts val="0"/>
              </a:spcAft>
              <a:buSzPts val="1120"/>
              <a:buNone/>
              <a:defRPr sz="1400">
                <a:solidFill>
                  <a:schemeClr val="lt1"/>
                </a:solidFill>
              </a:defRPr>
            </a:lvl6pPr>
            <a:lvl7pPr marL="3200400" lvl="6" indent="-228600" algn="l">
              <a:spcBef>
                <a:spcPts val="1000"/>
              </a:spcBef>
              <a:spcAft>
                <a:spcPts val="0"/>
              </a:spcAft>
              <a:buSzPts val="1120"/>
              <a:buNone/>
              <a:defRPr sz="1400">
                <a:solidFill>
                  <a:schemeClr val="lt1"/>
                </a:solidFill>
              </a:defRPr>
            </a:lvl7pPr>
            <a:lvl8pPr marL="3657600" lvl="7" indent="-228600" algn="l">
              <a:spcBef>
                <a:spcPts val="1000"/>
              </a:spcBef>
              <a:spcAft>
                <a:spcPts val="0"/>
              </a:spcAft>
              <a:buSzPts val="1120"/>
              <a:buNone/>
              <a:defRPr sz="1400">
                <a:solidFill>
                  <a:schemeClr val="lt1"/>
                </a:solidFill>
              </a:defRPr>
            </a:lvl8pPr>
            <a:lvl9pPr marL="4114800" lvl="8" indent="-228600" algn="l">
              <a:spcBef>
                <a:spcPts val="1000"/>
              </a:spcBef>
              <a:spcAft>
                <a:spcPts val="0"/>
              </a:spcAft>
              <a:buSzPts val="1120"/>
              <a:buNone/>
              <a:defRPr sz="1400">
                <a:solidFill>
                  <a:schemeClr val="lt1"/>
                </a:solidFill>
              </a:defRPr>
            </a:lvl9pPr>
          </a:lstStyle>
          <a:p/>
        </p:txBody>
      </p:sp>
      <p:sp>
        <p:nvSpPr>
          <p:cNvPr id="103" name="Google Shape;103;p34"/>
          <p:cNvSpPr txBox="1"/>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34"/>
          <p:cNvSpPr txBox="1"/>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34"/>
          <p:cNvSpPr txBox="1"/>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06" name="Shape 106"/>
        <p:cNvGrpSpPr/>
        <p:nvPr/>
      </p:nvGrpSpPr>
      <p:grpSpPr>
        <a:xfrm>
          <a:off x="0" y="0"/>
          <a:ext cx="0" cy="0"/>
          <a:chOff x="0" y="0"/>
          <a:chExt cx="0" cy="0"/>
        </a:xfrm>
      </p:grpSpPr>
      <p:sp>
        <p:nvSpPr>
          <p:cNvPr id="107" name="Google Shape;107;p35"/>
          <p:cNvSpPr txBox="1"/>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200"/>
              <a:buFont typeface="Century Gothic" panose="020B0502020202020204"/>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35"/>
          <p:cNvSpPr txBox="1"/>
          <p:nvPr>
            <p:ph type="body" idx="1"/>
          </p:nvPr>
        </p:nvSpPr>
        <p:spPr>
          <a:xfrm>
            <a:off x="632947" y="1981200"/>
            <a:ext cx="2946866"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p:txBody>
      </p:sp>
      <p:sp>
        <p:nvSpPr>
          <p:cNvPr id="109" name="Google Shape;109;p35"/>
          <p:cNvSpPr txBox="1"/>
          <p:nvPr>
            <p:ph type="body" idx="2"/>
          </p:nvPr>
        </p:nvSpPr>
        <p:spPr>
          <a:xfrm>
            <a:off x="652463" y="2667000"/>
            <a:ext cx="2927350" cy="3589338"/>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p:txBody>
      </p:sp>
      <p:sp>
        <p:nvSpPr>
          <p:cNvPr id="110" name="Google Shape;110;p35"/>
          <p:cNvSpPr txBox="1"/>
          <p:nvPr>
            <p:ph type="body" idx="3"/>
          </p:nvPr>
        </p:nvSpPr>
        <p:spPr>
          <a:xfrm>
            <a:off x="3883659" y="1981200"/>
            <a:ext cx="2936241"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p:txBody>
      </p:sp>
      <p:sp>
        <p:nvSpPr>
          <p:cNvPr id="111" name="Google Shape;111;p35"/>
          <p:cNvSpPr txBox="1"/>
          <p:nvPr>
            <p:ph type="body" idx="4"/>
          </p:nvPr>
        </p:nvSpPr>
        <p:spPr>
          <a:xfrm>
            <a:off x="3873106" y="2667000"/>
            <a:ext cx="2946794" cy="3589338"/>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p:txBody>
      </p:sp>
      <p:sp>
        <p:nvSpPr>
          <p:cNvPr id="112" name="Google Shape;112;p35"/>
          <p:cNvSpPr txBox="1"/>
          <p:nvPr>
            <p:ph type="body" idx="5"/>
          </p:nvPr>
        </p:nvSpPr>
        <p:spPr>
          <a:xfrm>
            <a:off x="7124700" y="1981200"/>
            <a:ext cx="293211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p:txBody>
      </p:sp>
      <p:sp>
        <p:nvSpPr>
          <p:cNvPr id="113" name="Google Shape;113;p35"/>
          <p:cNvSpPr txBox="1"/>
          <p:nvPr>
            <p:ph type="body" idx="6"/>
          </p:nvPr>
        </p:nvSpPr>
        <p:spPr>
          <a:xfrm>
            <a:off x="7124700" y="2667000"/>
            <a:ext cx="2932113" cy="3589338"/>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p:txBody>
      </p:sp>
      <p:cxnSp>
        <p:nvCxnSpPr>
          <p:cNvPr id="114" name="Google Shape;114;p35"/>
          <p:cNvCxnSpPr/>
          <p:nvPr/>
        </p:nvCxnSpPr>
        <p:spPr>
          <a:xfrm>
            <a:off x="3726142" y="2133600"/>
            <a:ext cx="0" cy="3962400"/>
          </a:xfrm>
          <a:prstGeom prst="straightConnector1">
            <a:avLst/>
          </a:prstGeom>
          <a:noFill/>
          <a:ln w="12700" cap="flat" cmpd="sng">
            <a:solidFill>
              <a:srgbClr val="86D1D8">
                <a:alpha val="40000"/>
              </a:srgbClr>
            </a:solidFill>
            <a:prstDash val="solid"/>
            <a:round/>
            <a:headEnd type="none" w="sm" len="sm"/>
            <a:tailEnd type="none" w="sm" len="sm"/>
          </a:ln>
        </p:spPr>
      </p:cxnSp>
      <p:cxnSp>
        <p:nvCxnSpPr>
          <p:cNvPr id="115" name="Google Shape;115;p35"/>
          <p:cNvCxnSpPr/>
          <p:nvPr/>
        </p:nvCxnSpPr>
        <p:spPr>
          <a:xfrm>
            <a:off x="6962227" y="2133600"/>
            <a:ext cx="0" cy="3966882"/>
          </a:xfrm>
          <a:prstGeom prst="straightConnector1">
            <a:avLst/>
          </a:prstGeom>
          <a:noFill/>
          <a:ln w="12700" cap="flat" cmpd="sng">
            <a:solidFill>
              <a:srgbClr val="86D1D8">
                <a:alpha val="40000"/>
              </a:srgbClr>
            </a:solidFill>
            <a:prstDash val="solid"/>
            <a:round/>
            <a:headEnd type="none" w="sm" len="sm"/>
            <a:tailEnd type="none" w="sm" len="sm"/>
          </a:ln>
        </p:spPr>
      </p:cxnSp>
      <p:sp>
        <p:nvSpPr>
          <p:cNvPr id="116" name="Google Shape;116;p35"/>
          <p:cNvSpPr txBox="1"/>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35"/>
          <p:cNvSpPr txBox="1"/>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35"/>
          <p:cNvSpPr txBox="1"/>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19" name="Shape 119"/>
        <p:cNvGrpSpPr/>
        <p:nvPr/>
      </p:nvGrpSpPr>
      <p:grpSpPr>
        <a:xfrm>
          <a:off x="0" y="0"/>
          <a:ext cx="0" cy="0"/>
          <a:chOff x="0" y="0"/>
          <a:chExt cx="0" cy="0"/>
        </a:xfrm>
      </p:grpSpPr>
      <p:sp>
        <p:nvSpPr>
          <p:cNvPr id="120" name="Google Shape;120;p36"/>
          <p:cNvSpPr txBox="1"/>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200"/>
              <a:buFont typeface="Century Gothic" panose="020B0502020202020204"/>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36"/>
          <p:cNvSpPr txBox="1"/>
          <p:nvPr>
            <p:ph type="body" idx="1"/>
          </p:nvPr>
        </p:nvSpPr>
        <p:spPr>
          <a:xfrm>
            <a:off x="652463" y="4250949"/>
            <a:ext cx="2940050"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p:txBody>
      </p:sp>
      <p:sp>
        <p:nvSpPr>
          <p:cNvPr id="122" name="Google Shape;122;p36"/>
          <p:cNvSpPr/>
          <p:nvPr>
            <p:ph type="pic" idx="2"/>
          </p:nvPr>
        </p:nvSpPr>
        <p:spPr>
          <a:xfrm>
            <a:off x="652463" y="2209800"/>
            <a:ext cx="2940050" cy="1524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23" name="Google Shape;123;p36"/>
          <p:cNvSpPr txBox="1"/>
          <p:nvPr>
            <p:ph type="body" idx="3"/>
          </p:nvPr>
        </p:nvSpPr>
        <p:spPr>
          <a:xfrm>
            <a:off x="652463" y="4827211"/>
            <a:ext cx="2940050" cy="65918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p:txBody>
      </p:sp>
      <p:sp>
        <p:nvSpPr>
          <p:cNvPr id="124" name="Google Shape;124;p36"/>
          <p:cNvSpPr txBox="1"/>
          <p:nvPr>
            <p:ph type="body" idx="4"/>
          </p:nvPr>
        </p:nvSpPr>
        <p:spPr>
          <a:xfrm>
            <a:off x="3889375" y="4250949"/>
            <a:ext cx="2930525"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p:txBody>
      </p:sp>
      <p:sp>
        <p:nvSpPr>
          <p:cNvPr id="125" name="Google Shape;125;p36"/>
          <p:cNvSpPr/>
          <p:nvPr>
            <p:ph type="pic" idx="5"/>
          </p:nvPr>
        </p:nvSpPr>
        <p:spPr>
          <a:xfrm>
            <a:off x="3889374" y="2209800"/>
            <a:ext cx="2930525" cy="1524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26" name="Google Shape;126;p36"/>
          <p:cNvSpPr txBox="1"/>
          <p:nvPr>
            <p:ph type="body" idx="6"/>
          </p:nvPr>
        </p:nvSpPr>
        <p:spPr>
          <a:xfrm>
            <a:off x="3888022" y="4827210"/>
            <a:ext cx="2934406" cy="65918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p:txBody>
      </p:sp>
      <p:sp>
        <p:nvSpPr>
          <p:cNvPr id="127" name="Google Shape;127;p36"/>
          <p:cNvSpPr txBox="1"/>
          <p:nvPr>
            <p:ph type="body" idx="7"/>
          </p:nvPr>
        </p:nvSpPr>
        <p:spPr>
          <a:xfrm>
            <a:off x="7124700" y="4250949"/>
            <a:ext cx="293211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p:txBody>
      </p:sp>
      <p:sp>
        <p:nvSpPr>
          <p:cNvPr id="128" name="Google Shape;128;p36"/>
          <p:cNvSpPr/>
          <p:nvPr>
            <p:ph type="pic" idx="8"/>
          </p:nvPr>
        </p:nvSpPr>
        <p:spPr>
          <a:xfrm>
            <a:off x="7124699" y="2209800"/>
            <a:ext cx="2932113" cy="1524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29" name="Google Shape;129;p36"/>
          <p:cNvSpPr txBox="1"/>
          <p:nvPr>
            <p:ph type="body" idx="9"/>
          </p:nvPr>
        </p:nvSpPr>
        <p:spPr>
          <a:xfrm>
            <a:off x="7124575" y="4827208"/>
            <a:ext cx="2935997" cy="65918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p:txBody>
      </p:sp>
      <p:cxnSp>
        <p:nvCxnSpPr>
          <p:cNvPr id="130" name="Google Shape;130;p36"/>
          <p:cNvCxnSpPr/>
          <p:nvPr/>
        </p:nvCxnSpPr>
        <p:spPr>
          <a:xfrm>
            <a:off x="3726142" y="2133600"/>
            <a:ext cx="0" cy="3962400"/>
          </a:xfrm>
          <a:prstGeom prst="straightConnector1">
            <a:avLst/>
          </a:prstGeom>
          <a:noFill/>
          <a:ln w="12700" cap="flat" cmpd="sng">
            <a:solidFill>
              <a:srgbClr val="86D1D8">
                <a:alpha val="40000"/>
              </a:srgbClr>
            </a:solidFill>
            <a:prstDash val="solid"/>
            <a:round/>
            <a:headEnd type="none" w="sm" len="sm"/>
            <a:tailEnd type="none" w="sm" len="sm"/>
          </a:ln>
        </p:spPr>
      </p:cxnSp>
      <p:cxnSp>
        <p:nvCxnSpPr>
          <p:cNvPr id="131" name="Google Shape;131;p36"/>
          <p:cNvCxnSpPr/>
          <p:nvPr/>
        </p:nvCxnSpPr>
        <p:spPr>
          <a:xfrm>
            <a:off x="6962227" y="2133600"/>
            <a:ext cx="0" cy="3966882"/>
          </a:xfrm>
          <a:prstGeom prst="straightConnector1">
            <a:avLst/>
          </a:prstGeom>
          <a:noFill/>
          <a:ln w="12700" cap="flat" cmpd="sng">
            <a:solidFill>
              <a:srgbClr val="86D1D8">
                <a:alpha val="40000"/>
              </a:srgbClr>
            </a:solidFill>
            <a:prstDash val="solid"/>
            <a:round/>
            <a:headEnd type="none" w="sm" len="sm"/>
            <a:tailEnd type="none" w="sm" len="sm"/>
          </a:ln>
        </p:spPr>
      </p:cxnSp>
      <p:sp>
        <p:nvSpPr>
          <p:cNvPr id="132" name="Google Shape;132;p36"/>
          <p:cNvSpPr txBox="1"/>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6"/>
          <p:cNvSpPr txBox="1"/>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36"/>
          <p:cNvSpPr txBox="1"/>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35" name="Shape 135"/>
        <p:cNvGrpSpPr/>
        <p:nvPr/>
      </p:nvGrpSpPr>
      <p:grpSpPr>
        <a:xfrm>
          <a:off x="0" y="0"/>
          <a:ext cx="0" cy="0"/>
          <a:chOff x="0" y="0"/>
          <a:chExt cx="0" cy="0"/>
        </a:xfrm>
      </p:grpSpPr>
      <p:sp>
        <p:nvSpPr>
          <p:cNvPr id="136" name="Google Shape;136;p37"/>
          <p:cNvSpPr txBox="1"/>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37"/>
          <p:cNvSpPr txBox="1"/>
          <p:nvPr>
            <p:ph type="body" idx="1"/>
          </p:nvPr>
        </p:nvSpPr>
        <p:spPr>
          <a:xfrm rot="5400000">
            <a:off x="3478842" y="-322612"/>
            <a:ext cx="4195481" cy="8946541"/>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138" name="Google Shape;138;p37"/>
          <p:cNvSpPr txBox="1"/>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7"/>
          <p:cNvSpPr txBox="1"/>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37"/>
          <p:cNvSpPr txBox="1"/>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41" name="Shape 141"/>
        <p:cNvGrpSpPr/>
        <p:nvPr/>
      </p:nvGrpSpPr>
      <p:grpSpPr>
        <a:xfrm>
          <a:off x="0" y="0"/>
          <a:ext cx="0" cy="0"/>
          <a:chOff x="0" y="0"/>
          <a:chExt cx="0" cy="0"/>
        </a:xfrm>
      </p:grpSpPr>
      <p:sp>
        <p:nvSpPr>
          <p:cNvPr id="142" name="Google Shape;142;p38"/>
          <p:cNvSpPr txBox="1"/>
          <p:nvPr>
            <p:ph type="title"/>
          </p:nvPr>
        </p:nvSpPr>
        <p:spPr>
          <a:xfrm rot="5400000">
            <a:off x="6267450" y="2466975"/>
            <a:ext cx="5826125" cy="17526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38"/>
          <p:cNvSpPr txBox="1"/>
          <p:nvPr>
            <p:ph type="body" idx="1"/>
          </p:nvPr>
        </p:nvSpPr>
        <p:spPr>
          <a:xfrm rot="5400000">
            <a:off x="1679576" y="-139699"/>
            <a:ext cx="5368924" cy="7423149"/>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144" name="Google Shape;144;p38"/>
          <p:cNvSpPr txBox="1"/>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38"/>
          <p:cNvSpPr txBox="1"/>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38"/>
          <p:cNvSpPr txBox="1"/>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3" Type="http://schemas.openxmlformats.org/officeDocument/2006/relationships/theme" Target="../theme/theme1.xml"/><Relationship Id="rId22" Type="http://schemas.openxmlformats.org/officeDocument/2006/relationships/image" Target="../media/image5.png"/><Relationship Id="rId21" Type="http://schemas.openxmlformats.org/officeDocument/2006/relationships/image" Target="../media/image4.png"/><Relationship Id="rId20" Type="http://schemas.openxmlformats.org/officeDocument/2006/relationships/image" Target="../media/image3.png"/><Relationship Id="rId2" Type="http://schemas.openxmlformats.org/officeDocument/2006/relationships/slideLayout" Target="../slideLayouts/slideLayout2.xml"/><Relationship Id="rId19" Type="http://schemas.openxmlformats.org/officeDocument/2006/relationships/image" Target="../media/image2.png"/><Relationship Id="rId18" Type="http://schemas.openxmlformats.org/officeDocument/2006/relationships/image" Target="../media/image1.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8"/>
          <a:stretch>
            <a:fillRect/>
          </a:stretch>
        </a:blipFill>
        <a:effectLst/>
      </p:bgPr>
    </p:bg>
    <p:spTree>
      <p:nvGrpSpPr>
        <p:cNvPr id="9" name="Shape 9"/>
        <p:cNvGrpSpPr/>
        <p:nvPr/>
      </p:nvGrpSpPr>
      <p:grpSpPr>
        <a:xfrm>
          <a:off x="0" y="0"/>
          <a:ext cx="0" cy="0"/>
          <a:chOff x="0" y="0"/>
          <a:chExt cx="0" cy="0"/>
        </a:xfrm>
      </p:grpSpPr>
      <p:pic>
        <p:nvPicPr>
          <p:cNvPr id="10" name="Google Shape;10;p21"/>
          <p:cNvPicPr preferRelativeResize="0"/>
          <p:nvPr/>
        </p:nvPicPr>
        <p:blipFill rotWithShape="1">
          <a:blip r:embed="rId19"/>
          <a:srcRect l="3613"/>
          <a:stretch>
            <a:fillRect/>
          </a:stretch>
        </p:blipFill>
        <p:spPr>
          <a:xfrm>
            <a:off x="0" y="2669685"/>
            <a:ext cx="4037012" cy="4188315"/>
          </a:xfrm>
          <a:prstGeom prst="rect">
            <a:avLst/>
          </a:prstGeom>
          <a:noFill/>
          <a:ln>
            <a:noFill/>
          </a:ln>
        </p:spPr>
      </p:pic>
      <p:pic>
        <p:nvPicPr>
          <p:cNvPr id="11" name="Google Shape;11;p21"/>
          <p:cNvPicPr preferRelativeResize="0"/>
          <p:nvPr/>
        </p:nvPicPr>
        <p:blipFill rotWithShape="1">
          <a:blip r:embed="rId20"/>
          <a:srcRect l="35640"/>
          <a:stretch>
            <a:fillRect/>
          </a:stretch>
        </p:blipFill>
        <p:spPr>
          <a:xfrm>
            <a:off x="0" y="2892347"/>
            <a:ext cx="1522412" cy="2365453"/>
          </a:xfrm>
          <a:prstGeom prst="rect">
            <a:avLst/>
          </a:prstGeom>
          <a:noFill/>
          <a:ln>
            <a:noFill/>
          </a:ln>
        </p:spPr>
      </p:pic>
      <p:sp>
        <p:nvSpPr>
          <p:cNvPr id="12" name="Google Shape;12;p21"/>
          <p:cNvSpPr/>
          <p:nvPr/>
        </p:nvSpPr>
        <p:spPr>
          <a:xfrm>
            <a:off x="8609012" y="1676400"/>
            <a:ext cx="2819400" cy="2819400"/>
          </a:xfrm>
          <a:prstGeom prst="ellipse">
            <a:avLst/>
          </a:prstGeom>
          <a:gradFill>
            <a:gsLst>
              <a:gs pos="0">
                <a:srgbClr val="4CB9C3">
                  <a:alpha val="6666"/>
                </a:srgbClr>
              </a:gs>
              <a:gs pos="36000">
                <a:srgbClr val="4CB9C3">
                  <a:alpha val="5882"/>
                </a:srgbClr>
              </a:gs>
              <a:gs pos="69000">
                <a:srgbClr val="4CB9C3">
                  <a:alpha val="0"/>
                </a:srgbClr>
              </a:gs>
              <a:gs pos="100000">
                <a:srgbClr val="4CB9C3">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13" name="Google Shape;13;p21"/>
          <p:cNvPicPr preferRelativeResize="0"/>
          <p:nvPr/>
        </p:nvPicPr>
        <p:blipFill rotWithShape="1">
          <a:blip r:embed="rId21"/>
          <a:srcRect t="28812"/>
          <a:stretch>
            <a:fillRect/>
          </a:stretch>
        </p:blipFill>
        <p:spPr>
          <a:xfrm>
            <a:off x="7999412" y="0"/>
            <a:ext cx="1603387" cy="1141407"/>
          </a:xfrm>
          <a:prstGeom prst="rect">
            <a:avLst/>
          </a:prstGeom>
          <a:noFill/>
          <a:ln>
            <a:noFill/>
          </a:ln>
        </p:spPr>
      </p:pic>
      <p:pic>
        <p:nvPicPr>
          <p:cNvPr id="14" name="Google Shape;14;p21"/>
          <p:cNvPicPr preferRelativeResize="0"/>
          <p:nvPr/>
        </p:nvPicPr>
        <p:blipFill rotWithShape="1">
          <a:blip r:embed="rId22"/>
          <a:srcRect b="23320"/>
          <a:stretch>
            <a:fillRect/>
          </a:stretch>
        </p:blipFill>
        <p:spPr>
          <a:xfrm>
            <a:off x="8605878" y="6096000"/>
            <a:ext cx="993734" cy="762000"/>
          </a:xfrm>
          <a:prstGeom prst="rect">
            <a:avLst/>
          </a:prstGeom>
          <a:noFill/>
          <a:ln>
            <a:noFill/>
          </a:ln>
        </p:spPr>
      </p:pic>
      <p:sp>
        <p:nvSpPr>
          <p:cNvPr id="15" name="Google Shape;15;p21"/>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16;p21"/>
          <p:cNvSpPr txBox="1"/>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lt2"/>
              </a:buClr>
              <a:buSzPts val="4200"/>
              <a:buFont typeface="Century Gothic" panose="020B0502020202020204"/>
              <a:buNone/>
              <a:defRPr sz="4200" b="0" i="0" u="none" strike="noStrike" cap="none">
                <a:solidFill>
                  <a:schemeClr val="lt2"/>
                </a:solidFill>
                <a:latin typeface="Century Gothic" panose="020B0502020202020204"/>
                <a:ea typeface="Century Gothic" panose="020B0502020202020204"/>
                <a:cs typeface="Century Gothic" panose="020B0502020202020204"/>
                <a:sym typeface="Century Gothic" panose="020B0502020202020204"/>
              </a:defRPr>
            </a:lvl1pPr>
            <a:lvl2pPr marR="0" lvl="1" algn="l" rtl="0">
              <a:spcBef>
                <a:spcPts val="0"/>
              </a:spcBef>
              <a:spcAft>
                <a:spcPts val="0"/>
              </a:spcAft>
              <a:buSzPts val="1400"/>
              <a:buNone/>
              <a:defRPr sz="1800" b="0" i="0" u="none" strike="noStrike" cap="none">
                <a:solidFill>
                  <a:schemeClr val="lt2"/>
                </a:solidFill>
              </a:defRPr>
            </a:lvl2pPr>
            <a:lvl3pPr marR="0" lvl="2" algn="l" rtl="0">
              <a:spcBef>
                <a:spcPts val="0"/>
              </a:spcBef>
              <a:spcAft>
                <a:spcPts val="0"/>
              </a:spcAft>
              <a:buSzPts val="1400"/>
              <a:buNone/>
              <a:defRPr sz="1800" b="0" i="0" u="none" strike="noStrike" cap="none">
                <a:solidFill>
                  <a:schemeClr val="lt2"/>
                </a:solidFill>
              </a:defRPr>
            </a:lvl3pPr>
            <a:lvl4pPr marR="0" lvl="3" algn="l" rtl="0">
              <a:spcBef>
                <a:spcPts val="0"/>
              </a:spcBef>
              <a:spcAft>
                <a:spcPts val="0"/>
              </a:spcAft>
              <a:buSzPts val="1400"/>
              <a:buNone/>
              <a:defRPr sz="1800" b="0" i="0" u="none" strike="noStrike" cap="none">
                <a:solidFill>
                  <a:schemeClr val="lt2"/>
                </a:solidFill>
              </a:defRPr>
            </a:lvl4pPr>
            <a:lvl5pPr marR="0" lvl="4" algn="l" rtl="0">
              <a:spcBef>
                <a:spcPts val="0"/>
              </a:spcBef>
              <a:spcAft>
                <a:spcPts val="0"/>
              </a:spcAft>
              <a:buSzPts val="1400"/>
              <a:buNone/>
              <a:defRPr sz="1800" b="0" i="0" u="none" strike="noStrike" cap="none">
                <a:solidFill>
                  <a:schemeClr val="lt2"/>
                </a:solidFill>
              </a:defRPr>
            </a:lvl5pPr>
            <a:lvl6pPr marR="0" lvl="5" algn="l" rtl="0">
              <a:spcBef>
                <a:spcPts val="0"/>
              </a:spcBef>
              <a:spcAft>
                <a:spcPts val="0"/>
              </a:spcAft>
              <a:buSzPts val="1400"/>
              <a:buNone/>
              <a:defRPr sz="1800" b="0" i="0" u="none" strike="noStrike" cap="none">
                <a:solidFill>
                  <a:schemeClr val="lt2"/>
                </a:solidFill>
              </a:defRPr>
            </a:lvl6pPr>
            <a:lvl7pPr marR="0" lvl="6" algn="l" rtl="0">
              <a:spcBef>
                <a:spcPts val="0"/>
              </a:spcBef>
              <a:spcAft>
                <a:spcPts val="0"/>
              </a:spcAft>
              <a:buSzPts val="1400"/>
              <a:buNone/>
              <a:defRPr sz="1800" b="0" i="0" u="none" strike="noStrike" cap="none">
                <a:solidFill>
                  <a:schemeClr val="lt2"/>
                </a:solidFill>
              </a:defRPr>
            </a:lvl7pPr>
            <a:lvl8pPr marR="0" lvl="7" algn="l" rtl="0">
              <a:spcBef>
                <a:spcPts val="0"/>
              </a:spcBef>
              <a:spcAft>
                <a:spcPts val="0"/>
              </a:spcAft>
              <a:buSzPts val="1400"/>
              <a:buNone/>
              <a:defRPr sz="1800" b="0" i="0" u="none" strike="noStrike" cap="none">
                <a:solidFill>
                  <a:schemeClr val="lt2"/>
                </a:solidFill>
              </a:defRPr>
            </a:lvl8pPr>
            <a:lvl9pPr marR="0" lvl="8" algn="l" rtl="0">
              <a:spcBef>
                <a:spcPts val="0"/>
              </a:spcBef>
              <a:spcAft>
                <a:spcPts val="0"/>
              </a:spcAft>
              <a:buSzPts val="1400"/>
              <a:buNone/>
              <a:defRPr sz="1800" b="0" i="0" u="none" strike="noStrike" cap="none">
                <a:solidFill>
                  <a:schemeClr val="lt2"/>
                </a:solidFill>
              </a:defRPr>
            </a:lvl9pPr>
          </a:lstStyle>
          <a:p/>
        </p:txBody>
      </p:sp>
      <p:sp>
        <p:nvSpPr>
          <p:cNvPr id="17" name="Google Shape;17;p21"/>
          <p:cNvSpPr txBox="1"/>
          <p:nvPr>
            <p:ph type="body" idx="1"/>
          </p:nvPr>
        </p:nvSpPr>
        <p:spPr>
          <a:xfrm>
            <a:off x="1103312" y="2052918"/>
            <a:ext cx="8946541" cy="4195481"/>
          </a:xfrm>
          <a:prstGeom prst="rect">
            <a:avLst/>
          </a:prstGeom>
          <a:noFill/>
          <a:ln>
            <a:noFill/>
          </a:ln>
        </p:spPr>
        <p:txBody>
          <a:bodyPr spcFirstLastPara="1" wrap="square" lIns="91425" tIns="45700" rIns="91425" bIns="45700" anchor="t" anchorCtr="0">
            <a:normAutofit/>
          </a:bodyPr>
          <a:lstStyle>
            <a:lvl1pPr marL="457200" marR="0" lvl="0" indent="-330200" algn="l" rtl="0">
              <a:spcBef>
                <a:spcPts val="1000"/>
              </a:spcBef>
              <a:spcAft>
                <a:spcPts val="0"/>
              </a:spcAft>
              <a:buClr>
                <a:srgbClr val="86D1D8"/>
              </a:buClr>
              <a:buSzPts val="1600"/>
              <a:buFont typeface="Noto Sans Symbols"/>
              <a:buChar char="►"/>
              <a:defRPr sz="20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1pPr>
            <a:lvl2pPr marL="914400" marR="0" lvl="1" indent="-320040" algn="l" rtl="0">
              <a:spcBef>
                <a:spcPts val="1000"/>
              </a:spcBef>
              <a:spcAft>
                <a:spcPts val="0"/>
              </a:spcAft>
              <a:buClr>
                <a:srgbClr val="86D1D8"/>
              </a:buClr>
              <a:buSzPts val="1440"/>
              <a:buFont typeface="Noto Sans Symbols"/>
              <a:buChar char="►"/>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2pPr>
            <a:lvl3pPr marL="1371600" marR="0" lvl="2" indent="-309880" algn="l" rtl="0">
              <a:spcBef>
                <a:spcPts val="1000"/>
              </a:spcBef>
              <a:spcAft>
                <a:spcPts val="0"/>
              </a:spcAft>
              <a:buClr>
                <a:srgbClr val="86D1D8"/>
              </a:buClr>
              <a:buSzPts val="1280"/>
              <a:buFont typeface="Noto Sans Symbols"/>
              <a:buChar char="►"/>
              <a:defRPr sz="16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3pPr>
            <a:lvl4pPr marL="1828800" marR="0" lvl="3" indent="-299720"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4pPr>
            <a:lvl5pPr marL="2286000" marR="0" lvl="4" indent="-299720"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5pPr>
            <a:lvl6pPr marL="2743200" marR="0" lvl="5" indent="-299720"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6pPr>
            <a:lvl7pPr marL="3200400" marR="0" lvl="6" indent="-299720"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7pPr>
            <a:lvl8pPr marL="3657600" marR="0" lvl="7" indent="-299720"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8pPr>
            <a:lvl9pPr marL="4114800" marR="0" lvl="8" indent="-299720"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9pPr>
          </a:lstStyle>
          <a:p/>
        </p:txBody>
      </p:sp>
      <p:sp>
        <p:nvSpPr>
          <p:cNvPr id="18" name="Google Shape;18;p21"/>
          <p:cNvSpPr txBox="1"/>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1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1pPr>
            <a:lvl2pPr marR="0" lvl="1"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2pPr>
            <a:lvl3pPr marR="0" lvl="2"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3pPr>
            <a:lvl4pPr marR="0" lvl="3"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4pPr>
            <a:lvl5pPr marR="0" lvl="4"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5pPr>
            <a:lvl6pPr marR="0" lvl="5"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6pPr>
            <a:lvl7pPr marR="0" lvl="6"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7pPr>
            <a:lvl8pPr marR="0" lvl="7"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8pPr>
            <a:lvl9pPr marR="0" lvl="8"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9pPr>
          </a:lstStyle>
          <a:p/>
        </p:txBody>
      </p:sp>
      <p:sp>
        <p:nvSpPr>
          <p:cNvPr id="19" name="Google Shape;19;p21"/>
          <p:cNvSpPr txBox="1"/>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1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1pPr>
            <a:lvl2pPr marR="0" lvl="1"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2pPr>
            <a:lvl3pPr marR="0" lvl="2"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3pPr>
            <a:lvl4pPr marR="0" lvl="3"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4pPr>
            <a:lvl5pPr marR="0" lvl="4"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5pPr>
            <a:lvl6pPr marR="0" lvl="5"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6pPr>
            <a:lvl7pPr marR="0" lvl="6"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7pPr>
            <a:lvl8pPr marR="0" lvl="7"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8pPr>
            <a:lvl9pPr marR="0" lvl="8"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9pPr>
          </a:lstStyle>
          <a:p/>
        </p:txBody>
      </p:sp>
      <p:sp>
        <p:nvSpPr>
          <p:cNvPr id="20" name="Google Shape;20;p21"/>
          <p:cNvSpPr txBox="1"/>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marR="0" lvl="0" indent="0" algn="ctr" rtl="0">
              <a:spcBef>
                <a:spcPts val="0"/>
              </a:spcBef>
              <a:buNone/>
              <a:defRPr sz="2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1pPr>
            <a:lvl2pPr marL="0" marR="0" lvl="1" indent="0" algn="ctr" rtl="0">
              <a:spcBef>
                <a:spcPts val="0"/>
              </a:spcBef>
              <a:buNone/>
              <a:defRPr sz="2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2pPr>
            <a:lvl3pPr marL="0" marR="0" lvl="2" indent="0" algn="ctr" rtl="0">
              <a:spcBef>
                <a:spcPts val="0"/>
              </a:spcBef>
              <a:buNone/>
              <a:defRPr sz="2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3pPr>
            <a:lvl4pPr marL="0" marR="0" lvl="3" indent="0" algn="ctr" rtl="0">
              <a:spcBef>
                <a:spcPts val="0"/>
              </a:spcBef>
              <a:buNone/>
              <a:defRPr sz="2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4pPr>
            <a:lvl5pPr marL="0" marR="0" lvl="4" indent="0" algn="ctr" rtl="0">
              <a:spcBef>
                <a:spcPts val="0"/>
              </a:spcBef>
              <a:buNone/>
              <a:defRPr sz="2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5pPr>
            <a:lvl6pPr marL="0" marR="0" lvl="5" indent="0" algn="ctr" rtl="0">
              <a:spcBef>
                <a:spcPts val="0"/>
              </a:spcBef>
              <a:buNone/>
              <a:defRPr sz="2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6pPr>
            <a:lvl7pPr marL="0" marR="0" lvl="6" indent="0" algn="ctr" rtl="0">
              <a:spcBef>
                <a:spcPts val="0"/>
              </a:spcBef>
              <a:buNone/>
              <a:defRPr sz="2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7pPr>
            <a:lvl8pPr marL="0" marR="0" lvl="7" indent="0" algn="ctr" rtl="0">
              <a:spcBef>
                <a:spcPts val="0"/>
              </a:spcBef>
              <a:buNone/>
              <a:defRPr sz="2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8pPr>
            <a:lvl9pPr marL="0" marR="0" lvl="8" indent="0" algn="ctr" rtl="0">
              <a:spcBef>
                <a:spcPts val="0"/>
              </a:spcBef>
              <a:buNone/>
              <a:defRPr sz="2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9pPr>
          </a:lstStyle>
          <a:p>
            <a:pPr marL="0" lvl="0" indent="0" algn="ct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51" name="Shape 151"/>
        <p:cNvGrpSpPr/>
        <p:nvPr/>
      </p:nvGrpSpPr>
      <p:grpSpPr>
        <a:xfrm>
          <a:off x="0" y="0"/>
          <a:ext cx="0" cy="0"/>
          <a:chOff x="0" y="0"/>
          <a:chExt cx="0" cy="0"/>
        </a:xfrm>
      </p:grpSpPr>
      <p:sp>
        <p:nvSpPr>
          <p:cNvPr id="152" name="Google Shape;152;p1"/>
          <p:cNvSpPr txBox="1"/>
          <p:nvPr>
            <p:ph type="ctrTitle"/>
          </p:nvPr>
        </p:nvSpPr>
        <p:spPr>
          <a:xfrm>
            <a:off x="319135" y="444019"/>
            <a:ext cx="10118206" cy="1516776"/>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3600"/>
              <a:buFont typeface="Times New Roman" panose="02020603050405020304"/>
              <a:buNone/>
            </a:pPr>
            <a:r>
              <a:rPr lang="en-US" sz="3600">
                <a:solidFill>
                  <a:schemeClr val="lt1"/>
                </a:solidFill>
                <a:latin typeface="Times New Roman" panose="02020603050405020304"/>
                <a:ea typeface="Times New Roman" panose="02020603050405020304"/>
                <a:cs typeface="Times New Roman" panose="02020603050405020304"/>
                <a:sym typeface="Times New Roman" panose="02020603050405020304"/>
              </a:rPr>
              <a:t>BRAIN TUMOR DETECTION USING CNN</a:t>
            </a:r>
            <a:endParaRPr sz="3600"/>
          </a:p>
        </p:txBody>
      </p:sp>
      <p:sp>
        <p:nvSpPr>
          <p:cNvPr id="153" name="Google Shape;153;p1"/>
          <p:cNvSpPr txBox="1"/>
          <p:nvPr>
            <p:ph type="subTitle" idx="1"/>
          </p:nvPr>
        </p:nvSpPr>
        <p:spPr>
          <a:xfrm>
            <a:off x="1061720" y="4105910"/>
            <a:ext cx="8945245" cy="226758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000000"/>
              </a:buClr>
              <a:buSzPts val="1100"/>
              <a:buNone/>
            </a:pPr>
            <a:r>
              <a:rPr lang="en-US">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endParaRPr>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rgbClr val="000000"/>
              </a:buClr>
              <a:buSzPts val="1100"/>
              <a:buNone/>
            </a:pPr>
            <a:r>
              <a:rPr lang="en-US">
                <a:solidFill>
                  <a:schemeClr val="lt1"/>
                </a:solidFill>
                <a:latin typeface="Times New Roman" panose="02020603050405020304"/>
                <a:ea typeface="Times New Roman" panose="02020603050405020304"/>
                <a:cs typeface="Times New Roman" panose="02020603050405020304"/>
                <a:sym typeface="Times New Roman" panose="02020603050405020304"/>
              </a:rPr>
              <a:t>Divyanshu Mayura                                                 2203A51749</a:t>
            </a:r>
            <a:endParaRPr>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rgbClr val="000000"/>
              </a:buClr>
              <a:buSzPts val="1100"/>
              <a:buNone/>
            </a:pPr>
            <a:r>
              <a:rPr lang="en-US">
                <a:solidFill>
                  <a:schemeClr val="lt1"/>
                </a:solidFill>
                <a:latin typeface="Times New Roman" panose="02020603050405020304"/>
                <a:ea typeface="Times New Roman" panose="02020603050405020304"/>
                <a:cs typeface="Times New Roman" panose="02020603050405020304"/>
                <a:sym typeface="Times New Roman" panose="02020603050405020304"/>
              </a:rPr>
              <a:t>B.Joel Pradeep                                                        2203A51719</a:t>
            </a:r>
            <a:endParaRPr>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rgbClr val="000000"/>
              </a:buClr>
              <a:buSzPts val="1100"/>
              <a:buNone/>
            </a:pPr>
            <a:r>
              <a:rPr lang="en-US">
                <a:solidFill>
                  <a:schemeClr val="lt1"/>
                </a:solidFill>
                <a:latin typeface="Times New Roman" panose="02020603050405020304"/>
                <a:ea typeface="Times New Roman" panose="02020603050405020304"/>
                <a:cs typeface="Times New Roman" panose="02020603050405020304"/>
                <a:sym typeface="Times New Roman" panose="02020603050405020304"/>
              </a:rPr>
              <a:t>M.Rishi                                                                   2203A51754</a:t>
            </a:r>
            <a:endParaRPr>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rgbClr val="000000"/>
              </a:buClr>
              <a:buSzPts val="1100"/>
              <a:buNone/>
            </a:pPr>
            <a:r>
              <a:rPr lang="en-US">
                <a:solidFill>
                  <a:schemeClr val="lt1"/>
                </a:solidFill>
                <a:latin typeface="Times New Roman" panose="02020603050405020304"/>
                <a:ea typeface="Times New Roman" panose="02020603050405020304"/>
                <a:cs typeface="Times New Roman" panose="02020603050405020304"/>
                <a:sym typeface="Times New Roman" panose="02020603050405020304"/>
              </a:rPr>
              <a:t>MD.Azam                                                                2203A51788</a:t>
            </a:r>
            <a:endParaRPr>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rgbClr val="000000"/>
              </a:buClr>
              <a:buSzPts val="1100"/>
              <a:buNone/>
            </a:pPr>
            <a:r>
              <a:rPr lang="en-US">
                <a:solidFill>
                  <a:schemeClr val="lt1"/>
                </a:solidFill>
                <a:latin typeface="Times New Roman" panose="02020603050405020304"/>
                <a:ea typeface="Times New Roman" panose="02020603050405020304"/>
                <a:cs typeface="Times New Roman" panose="02020603050405020304"/>
                <a:sym typeface="Times New Roman" panose="02020603050405020304"/>
              </a:rPr>
              <a:t>D.Devayani                                                              2203A51626</a:t>
            </a:r>
            <a:endParaRPr>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rgbClr val="000000"/>
              </a:buClr>
              <a:buSzPts val="1100"/>
              <a:buNone/>
            </a:pPr>
            <a:r>
              <a:rPr lang="en-US">
                <a:solidFill>
                  <a:schemeClr val="lt1"/>
                </a:solidFill>
                <a:latin typeface="Times New Roman" panose="02020603050405020304"/>
                <a:ea typeface="Times New Roman" panose="02020603050405020304"/>
                <a:cs typeface="Times New Roman" panose="02020603050405020304"/>
                <a:sym typeface="Times New Roman" panose="02020603050405020304"/>
              </a:rPr>
              <a:t>G. Sanjay                                                                  2203A51566              </a:t>
            </a:r>
            <a:endParaRPr lang="en-US">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4" name="Google Shape;154;p1"/>
          <p:cNvSpPr txBox="1"/>
          <p:nvPr/>
        </p:nvSpPr>
        <p:spPr>
          <a:xfrm>
            <a:off x="612076" y="2077274"/>
            <a:ext cx="9240700" cy="2028561"/>
          </a:xfrm>
          <a:prstGeom prst="rect">
            <a:avLst/>
          </a:prstGeom>
          <a:noFill/>
          <a:ln>
            <a:noFill/>
          </a:ln>
        </p:spPr>
        <p:txBody>
          <a:bodyPr spcFirstLastPara="1" wrap="square" lIns="91425" tIns="45700" rIns="91425" bIns="45700" anchor="t" anchorCtr="0">
            <a:noAutofit/>
          </a:bodyPr>
          <a:lstStyle/>
          <a:p>
            <a:pPr marL="45720" marR="0" lvl="0" indent="0" algn="ctr" rtl="0">
              <a:lnSpc>
                <a:spcPct val="50000"/>
              </a:lnSpc>
              <a:spcBef>
                <a:spcPts val="0"/>
              </a:spcBef>
              <a:spcAft>
                <a:spcPts val="0"/>
              </a:spcAft>
              <a:buClr>
                <a:srgbClr val="9BAFB5"/>
              </a:buClr>
              <a:buSzPts val="2400"/>
              <a:buFont typeface="Arial" panose="020B0604020202020204"/>
              <a:buNone/>
            </a:pPr>
            <a:endPara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 marR="0" lvl="0" indent="0" algn="ctr" rtl="0">
              <a:lnSpc>
                <a:spcPct val="50000"/>
              </a:lnSpc>
              <a:spcBef>
                <a:spcPts val="1000"/>
              </a:spcBef>
              <a:spcAft>
                <a:spcPts val="0"/>
              </a:spcAft>
              <a:buClr>
                <a:srgbClr val="9BAFB5"/>
              </a:buClr>
              <a:buSzPts val="2400"/>
              <a:buFont typeface="Arial" panose="020B0604020202020204"/>
              <a:buNone/>
            </a:pPr>
            <a:r>
              <a:rPr lang="en-US" sz="2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Under the guidance of </a:t>
            </a:r>
            <a:endParaRPr lang="en-US" sz="2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 marR="0" lvl="0" indent="0" algn="ctr" rtl="0">
              <a:lnSpc>
                <a:spcPct val="50000"/>
              </a:lnSpc>
              <a:spcBef>
                <a:spcPts val="1000"/>
              </a:spcBef>
              <a:spcAft>
                <a:spcPts val="0"/>
              </a:spcAft>
              <a:buClr>
                <a:srgbClr val="9BAFB5"/>
              </a:buClr>
              <a:buSzPts val="2400"/>
              <a:buFont typeface="Arial" panose="020B0604020202020204"/>
              <a:buNone/>
            </a:pP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Dr</a:t>
            </a:r>
            <a:r>
              <a:rPr lang="en-US" sz="2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Sriman Kothuri</a:t>
            </a:r>
            <a:r>
              <a:rPr lang="en-US" sz="2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 Professor, </a:t>
            </a:r>
            <a:endParaRPr lang="en-US" sz="2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 marR="0" lvl="0" indent="0" algn="ctr" rtl="0">
              <a:lnSpc>
                <a:spcPct val="50000"/>
              </a:lnSpc>
              <a:spcBef>
                <a:spcPts val="1000"/>
              </a:spcBef>
              <a:spcAft>
                <a:spcPts val="0"/>
              </a:spcAft>
              <a:buClr>
                <a:srgbClr val="9BAFB5"/>
              </a:buClr>
              <a:buSzPts val="2400"/>
              <a:buFont typeface="Arial" panose="020B0604020202020204"/>
              <a:buNone/>
            </a:pPr>
            <a:r>
              <a:rPr lang="en-US" sz="2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SR University</a:t>
            </a:r>
            <a:endParaRPr sz="2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 marR="0" lvl="0" indent="0" algn="ctr" rtl="0">
              <a:lnSpc>
                <a:spcPct val="50000"/>
              </a:lnSpc>
              <a:spcBef>
                <a:spcPts val="1000"/>
              </a:spcBef>
              <a:spcAft>
                <a:spcPts val="0"/>
              </a:spcAft>
              <a:buClr>
                <a:srgbClr val="9BAFB5"/>
              </a:buClr>
              <a:buSzPts val="2400"/>
              <a:buFont typeface="Arial" panose="020B0604020202020204"/>
              <a:buNone/>
            </a:pPr>
            <a:endParaRPr sz="2400">
              <a:latin typeface="Gill Sans" panose="020B0502020104020203"/>
              <a:ea typeface="Gill Sans" panose="020B0502020104020203"/>
              <a:cs typeface="Gill Sans" panose="020B0502020104020203"/>
              <a:sym typeface="Gill Sans" panose="020B0502020104020203"/>
            </a:endParaRPr>
          </a:p>
          <a:p>
            <a:pPr marL="45720" marR="0" lvl="0" indent="0" algn="ctr" rtl="0">
              <a:lnSpc>
                <a:spcPct val="50000"/>
              </a:lnSpc>
              <a:spcBef>
                <a:spcPts val="1000"/>
              </a:spcBef>
              <a:spcAft>
                <a:spcPts val="0"/>
              </a:spcAft>
              <a:buClr>
                <a:srgbClr val="9BAFB5"/>
              </a:buClr>
              <a:buSzPts val="2400"/>
              <a:buFont typeface="Arial" panose="020B0604020202020204"/>
              <a:buNone/>
            </a:pPr>
            <a:r>
              <a:rPr lang="en-US" sz="2400">
                <a:solidFill>
                  <a:schemeClr val="lt1"/>
                </a:solidFill>
                <a:latin typeface="Gill Sans" panose="020B0502020104020203"/>
                <a:ea typeface="Gill Sans" panose="020B0502020104020203"/>
                <a:cs typeface="Gill Sans" panose="020B0502020104020203"/>
                <a:sym typeface="Gill Sans" panose="020B0502020104020203"/>
              </a:rPr>
              <a:t>Team Members</a:t>
            </a:r>
            <a:endParaRPr sz="2400">
              <a:solidFill>
                <a:schemeClr val="lt1"/>
              </a:solidFill>
              <a:latin typeface="Gill Sans" panose="020B0502020104020203"/>
              <a:ea typeface="Gill Sans" panose="020B0502020104020203"/>
              <a:cs typeface="Gill Sans" panose="020B0502020104020203"/>
              <a:sym typeface="Gill Sans" panose="020B0502020104020203"/>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58" name="Shape 158"/>
        <p:cNvGrpSpPr/>
        <p:nvPr/>
      </p:nvGrpSpPr>
      <p:grpSpPr>
        <a:xfrm>
          <a:off x="0" y="0"/>
          <a:ext cx="0" cy="0"/>
          <a:chOff x="0" y="0"/>
          <a:chExt cx="0" cy="0"/>
        </a:xfrm>
      </p:grpSpPr>
      <p:sp>
        <p:nvSpPr>
          <p:cNvPr id="159" name="Google Shape;159;p3"/>
          <p:cNvSpPr txBox="1"/>
          <p:nvPr>
            <p:ph type="title"/>
          </p:nvPr>
        </p:nvSpPr>
        <p:spPr>
          <a:xfrm>
            <a:off x="646111" y="452718"/>
            <a:ext cx="9404723" cy="102185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000"/>
              <a:buFont typeface="Times New Roman" panose="02020603050405020304"/>
              <a:buNone/>
            </a:pPr>
            <a:r>
              <a:rPr lang="en-US" sz="4000">
                <a:latin typeface="Times New Roman" panose="02020603050405020304"/>
                <a:ea typeface="Times New Roman" panose="02020603050405020304"/>
                <a:cs typeface="Times New Roman" panose="02020603050405020304"/>
                <a:sym typeface="Times New Roman" panose="02020603050405020304"/>
              </a:rPr>
              <a:t>Abstract</a:t>
            </a:r>
            <a:endParaRPr sz="4000">
              <a:latin typeface="Times New Roman" panose="02020603050405020304"/>
              <a:ea typeface="Times New Roman" panose="02020603050405020304"/>
              <a:cs typeface="Times New Roman" panose="02020603050405020304"/>
              <a:sym typeface="Times New Roman" panose="02020603050405020304"/>
            </a:endParaRPr>
          </a:p>
        </p:txBody>
      </p:sp>
      <p:sp>
        <p:nvSpPr>
          <p:cNvPr id="160" name="Google Shape;160;p3"/>
          <p:cNvSpPr txBox="1"/>
          <p:nvPr>
            <p:ph type="body" idx="1"/>
          </p:nvPr>
        </p:nvSpPr>
        <p:spPr>
          <a:xfrm>
            <a:off x="646111" y="1516126"/>
            <a:ext cx="10833315" cy="488915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latin typeface="Times New Roman" panose="02020603050405020304"/>
                <a:ea typeface="Times New Roman" panose="02020603050405020304"/>
                <a:cs typeface="Times New Roman" panose="02020603050405020304"/>
                <a:sym typeface="Times New Roman" panose="02020603050405020304"/>
              </a:rPr>
              <a:t>Brain tumors are among the most serious medical conditions, which need to be detected early and accurately for successful treatment. The conventional approaches of tumor detection like manual examination of MRI scans are time-consuming and susceptible to human error. The present project aims to develop an automated brain tumor detection system based on Convolutional Neural Networks (CNNs), a deep learning method exclusively developed for image analysis </a:t>
            </a:r>
            <a:endParaRPr lang="en-US">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1000"/>
              </a:spcBef>
              <a:spcAft>
                <a:spcPts val="0"/>
              </a:spcAft>
              <a:buSzPts val="1600"/>
              <a:buChar char="►"/>
            </a:pPr>
            <a:r>
              <a:rPr lang="en-US">
                <a:latin typeface="Times New Roman" panose="02020603050405020304"/>
                <a:ea typeface="Times New Roman" panose="02020603050405020304"/>
                <a:cs typeface="Times New Roman" panose="02020603050405020304"/>
                <a:sym typeface="Times New Roman" panose="02020603050405020304"/>
              </a:rPr>
              <a:t>The model is trained on a dataset of MRI scans that are classified into four classes: glioma, meningioma, pituitary tumor, and no tumor. TensorFlow and Keras are used to develop the CNN model with layers like Conv2D, MaxPooling2D, and Dense for feature extraction and classification. Data augmentation methods are used to improve the dataset and enhance model generalization</a:t>
            </a:r>
            <a:endParaRPr lang="en-US">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1000"/>
              </a:spcBef>
              <a:spcAft>
                <a:spcPts val="0"/>
              </a:spcAft>
              <a:buSzPts val="1600"/>
              <a:buChar char="►"/>
            </a:pPr>
            <a:r>
              <a:rPr lang="en-US">
                <a:latin typeface="Times New Roman" panose="02020603050405020304"/>
                <a:ea typeface="Times New Roman" panose="02020603050405020304"/>
                <a:cs typeface="Times New Roman" panose="02020603050405020304"/>
                <a:sym typeface="Times New Roman" panose="02020603050405020304"/>
              </a:rPr>
              <a:t>The model attains very good accuracy in tumor type classification, as evidenced by performance metrics such as precision, recall, and F1-score. The system also features visualizations such as confusion matrices and example predictions to give hints about its performance</a:t>
            </a:r>
            <a:endParaRPr lang="en-US">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1000"/>
              </a:spcBef>
              <a:spcAft>
                <a:spcPts val="0"/>
              </a:spcAft>
              <a:buSzPts val="1600"/>
              <a:buChar char="►"/>
            </a:pPr>
            <a:r>
              <a:rPr lang="en-US">
                <a:latin typeface="Times New Roman" panose="02020603050405020304"/>
                <a:ea typeface="Times New Roman" panose="02020603050405020304"/>
                <a:cs typeface="Times New Roman" panose="02020603050405020304"/>
                <a:sym typeface="Times New Roman" panose="02020603050405020304"/>
              </a:rPr>
              <a:t> This project shows the promise of deep learning for medical imaging with a more efficient and consistent alternative to conventional methods of tumor detection</a:t>
            </a: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64" name="Shape 164"/>
        <p:cNvGrpSpPr/>
        <p:nvPr/>
      </p:nvGrpSpPr>
      <p:grpSpPr>
        <a:xfrm>
          <a:off x="0" y="0"/>
          <a:ext cx="0" cy="0"/>
          <a:chOff x="0" y="0"/>
          <a:chExt cx="0" cy="0"/>
        </a:xfrm>
      </p:grpSpPr>
      <p:sp>
        <p:nvSpPr>
          <p:cNvPr id="165" name="Google Shape;165;p4"/>
          <p:cNvSpPr txBox="1"/>
          <p:nvPr>
            <p:ph type="title"/>
          </p:nvPr>
        </p:nvSpPr>
        <p:spPr>
          <a:xfrm>
            <a:off x="161365" y="331694"/>
            <a:ext cx="9404723" cy="10795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000"/>
              <a:buFont typeface="Times New Roman" panose="02020603050405020304"/>
              <a:buNone/>
            </a:pPr>
            <a:r>
              <a:rPr lang="en-US" sz="4000">
                <a:latin typeface="Times New Roman" panose="02020603050405020304"/>
                <a:ea typeface="Times New Roman" panose="02020603050405020304"/>
                <a:cs typeface="Times New Roman" panose="02020603050405020304"/>
                <a:sym typeface="Times New Roman" panose="02020603050405020304"/>
              </a:rPr>
              <a:t>Objectives</a:t>
            </a:r>
            <a:endParaRPr sz="4000">
              <a:latin typeface="Times New Roman" panose="02020603050405020304"/>
              <a:ea typeface="Times New Roman" panose="02020603050405020304"/>
              <a:cs typeface="Times New Roman" panose="02020603050405020304"/>
              <a:sym typeface="Times New Roman" panose="02020603050405020304"/>
            </a:endParaRPr>
          </a:p>
        </p:txBody>
      </p:sp>
      <p:sp>
        <p:nvSpPr>
          <p:cNvPr id="166" name="Google Shape;166;p4"/>
          <p:cNvSpPr txBox="1"/>
          <p:nvPr>
            <p:ph type="body" idx="1"/>
          </p:nvPr>
        </p:nvSpPr>
        <p:spPr>
          <a:xfrm>
            <a:off x="161365" y="1474574"/>
            <a:ext cx="11636187" cy="505173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520"/>
              <a:buFont typeface="Arial" panose="020B0604020202020204"/>
              <a:buChar char="•"/>
            </a:pPr>
            <a:r>
              <a:rPr lang="en-US" sz="1900" b="1" i="0">
                <a:solidFill>
                  <a:srgbClr val="F8FAFF"/>
                </a:solidFill>
                <a:latin typeface="Times New Roman" panose="02020603050405020304"/>
                <a:ea typeface="Times New Roman" panose="02020603050405020304"/>
                <a:cs typeface="Times New Roman" panose="02020603050405020304"/>
                <a:sym typeface="Times New Roman" panose="02020603050405020304"/>
              </a:rPr>
              <a:t>Primary Objective:</a:t>
            </a:r>
            <a:r>
              <a:rPr lang="en-US" sz="1900" b="0" i="0">
                <a:solidFill>
                  <a:srgbClr val="F8FAFF"/>
                </a:solidFill>
                <a:latin typeface="Times New Roman" panose="02020603050405020304"/>
                <a:ea typeface="Times New Roman" panose="02020603050405020304"/>
                <a:cs typeface="Times New Roman" panose="02020603050405020304"/>
                <a:sym typeface="Times New Roman" panose="02020603050405020304"/>
              </a:rPr>
              <a:t> To develop an automated system for detecting and classifying brain tumors from MRI images using deep learning techniques.</a:t>
            </a:r>
            <a:endParaRPr lang="en-US" sz="1900" b="0" i="0">
              <a:solidFill>
                <a:srgbClr val="F8FAFF"/>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300"/>
              </a:spcBef>
              <a:spcAft>
                <a:spcPts val="0"/>
              </a:spcAft>
              <a:buSzPts val="1520"/>
              <a:buFont typeface="Arial" panose="020B0604020202020204"/>
              <a:buChar char="•"/>
            </a:pPr>
            <a:r>
              <a:rPr lang="en-US" sz="1900" b="1" i="0">
                <a:solidFill>
                  <a:srgbClr val="F8FAFF"/>
                </a:solidFill>
                <a:latin typeface="Times New Roman" panose="02020603050405020304"/>
                <a:ea typeface="Times New Roman" panose="02020603050405020304"/>
                <a:cs typeface="Times New Roman" panose="02020603050405020304"/>
                <a:sym typeface="Times New Roman" panose="02020603050405020304"/>
              </a:rPr>
              <a:t>Secondary Objectives:</a:t>
            </a:r>
            <a:endParaRPr sz="1900" b="0" i="0">
              <a:solidFill>
                <a:srgbClr val="F8FAFF"/>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spcBef>
                <a:spcPts val="600"/>
              </a:spcBef>
              <a:spcAft>
                <a:spcPts val="0"/>
              </a:spcAft>
              <a:buSzPts val="1520"/>
              <a:buFont typeface="Arial" panose="020B0604020202020204"/>
              <a:buChar char="•"/>
            </a:pPr>
            <a:r>
              <a:rPr lang="en-US" sz="1900" b="1" i="0">
                <a:solidFill>
                  <a:srgbClr val="F8FAFF"/>
                </a:solidFill>
                <a:latin typeface="Times New Roman" panose="02020603050405020304"/>
                <a:ea typeface="Times New Roman" panose="02020603050405020304"/>
                <a:cs typeface="Times New Roman" panose="02020603050405020304"/>
                <a:sym typeface="Times New Roman" panose="02020603050405020304"/>
              </a:rPr>
              <a:t>Dataset Preparation:</a:t>
            </a:r>
            <a:r>
              <a:rPr lang="en-US" sz="1900" b="0" i="0">
                <a:solidFill>
                  <a:srgbClr val="F8FAFF"/>
                </a:solidFill>
                <a:latin typeface="Times New Roman" panose="02020603050405020304"/>
                <a:ea typeface="Times New Roman" panose="02020603050405020304"/>
                <a:cs typeface="Times New Roman" panose="02020603050405020304"/>
                <a:sym typeface="Times New Roman" panose="02020603050405020304"/>
              </a:rPr>
              <a:t> Collect and preprocess a dataset of MRI images, ensuring proper categorization and augmentation.</a:t>
            </a:r>
            <a:endParaRPr lang="en-US" sz="1900" b="0" i="0">
              <a:solidFill>
                <a:srgbClr val="F8FAFF"/>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spcBef>
                <a:spcPts val="300"/>
              </a:spcBef>
              <a:spcAft>
                <a:spcPts val="0"/>
              </a:spcAft>
              <a:buSzPts val="1520"/>
              <a:buFont typeface="Arial" panose="020B0604020202020204"/>
              <a:buChar char="•"/>
            </a:pPr>
            <a:r>
              <a:rPr lang="en-US" sz="1900" b="1" i="0">
                <a:solidFill>
                  <a:srgbClr val="F8FAFF"/>
                </a:solidFill>
                <a:latin typeface="Times New Roman" panose="02020603050405020304"/>
                <a:ea typeface="Times New Roman" panose="02020603050405020304"/>
                <a:cs typeface="Times New Roman" panose="02020603050405020304"/>
                <a:sym typeface="Times New Roman" panose="02020603050405020304"/>
              </a:rPr>
              <a:t>Model Development:</a:t>
            </a:r>
            <a:r>
              <a:rPr lang="en-US" sz="1900" b="0" i="0">
                <a:solidFill>
                  <a:srgbClr val="F8FAFF"/>
                </a:solidFill>
                <a:latin typeface="Times New Roman" panose="02020603050405020304"/>
                <a:ea typeface="Times New Roman" panose="02020603050405020304"/>
                <a:cs typeface="Times New Roman" panose="02020603050405020304"/>
                <a:sym typeface="Times New Roman" panose="02020603050405020304"/>
              </a:rPr>
              <a:t> Design and implement a CNN architecture capable of accurately classifying brain tumors.</a:t>
            </a:r>
            <a:endParaRPr lang="en-US" sz="1900" b="0" i="0">
              <a:solidFill>
                <a:srgbClr val="F8FAFF"/>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spcBef>
                <a:spcPts val="300"/>
              </a:spcBef>
              <a:spcAft>
                <a:spcPts val="0"/>
              </a:spcAft>
              <a:buSzPts val="1520"/>
              <a:buFont typeface="Arial" panose="020B0604020202020204"/>
              <a:buChar char="•"/>
            </a:pPr>
            <a:r>
              <a:rPr lang="en-US" sz="1900" b="1" i="0">
                <a:solidFill>
                  <a:srgbClr val="F8FAFF"/>
                </a:solidFill>
                <a:latin typeface="Times New Roman" panose="02020603050405020304"/>
                <a:ea typeface="Times New Roman" panose="02020603050405020304"/>
                <a:cs typeface="Times New Roman" panose="02020603050405020304"/>
                <a:sym typeface="Times New Roman" panose="02020603050405020304"/>
              </a:rPr>
              <a:t>Performance Evaluation:</a:t>
            </a:r>
            <a:r>
              <a:rPr lang="en-US" sz="1900" b="0" i="0">
                <a:solidFill>
                  <a:srgbClr val="F8FAFF"/>
                </a:solidFill>
                <a:latin typeface="Times New Roman" panose="02020603050405020304"/>
                <a:ea typeface="Times New Roman" panose="02020603050405020304"/>
                <a:cs typeface="Times New Roman" panose="02020603050405020304"/>
                <a:sym typeface="Times New Roman" panose="02020603050405020304"/>
              </a:rPr>
              <a:t> Evaluate the model using metrics such as accuracy, precision, recall, and F1-score.</a:t>
            </a:r>
            <a:endParaRPr lang="en-US" sz="1900" b="0" i="0">
              <a:solidFill>
                <a:srgbClr val="F8FAFF"/>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spcBef>
                <a:spcPts val="300"/>
              </a:spcBef>
              <a:spcAft>
                <a:spcPts val="0"/>
              </a:spcAft>
              <a:buSzPts val="1520"/>
              <a:buFont typeface="Arial" panose="020B0604020202020204"/>
              <a:buChar char="•"/>
            </a:pPr>
            <a:r>
              <a:rPr lang="en-US" sz="1900" b="1" i="0">
                <a:solidFill>
                  <a:srgbClr val="F8FAFF"/>
                </a:solidFill>
                <a:latin typeface="Times New Roman" panose="02020603050405020304"/>
                <a:ea typeface="Times New Roman" panose="02020603050405020304"/>
                <a:cs typeface="Times New Roman" panose="02020603050405020304"/>
                <a:sym typeface="Times New Roman" panose="02020603050405020304"/>
              </a:rPr>
              <a:t>Visualization:</a:t>
            </a:r>
            <a:r>
              <a:rPr lang="en-US" sz="1900" b="0" i="0">
                <a:solidFill>
                  <a:srgbClr val="F8FAFF"/>
                </a:solidFill>
                <a:latin typeface="Times New Roman" panose="02020603050405020304"/>
                <a:ea typeface="Times New Roman" panose="02020603050405020304"/>
                <a:cs typeface="Times New Roman" panose="02020603050405020304"/>
                <a:sym typeface="Times New Roman" panose="02020603050405020304"/>
              </a:rPr>
              <a:t> Create visualizations to understand the dataset distribution, model performance, and predictions.</a:t>
            </a:r>
            <a:endParaRPr lang="en-US" sz="1900" b="0" i="0">
              <a:solidFill>
                <a:srgbClr val="F8FAFF"/>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spcBef>
                <a:spcPts val="300"/>
              </a:spcBef>
              <a:spcAft>
                <a:spcPts val="0"/>
              </a:spcAft>
              <a:buSzPts val="1520"/>
              <a:buFont typeface="Arial" panose="020B0604020202020204"/>
              <a:buChar char="•"/>
            </a:pPr>
            <a:r>
              <a:rPr lang="en-US" sz="1900" b="1" i="0">
                <a:solidFill>
                  <a:srgbClr val="F8FAFF"/>
                </a:solidFill>
                <a:latin typeface="Times New Roman" panose="02020603050405020304"/>
                <a:ea typeface="Times New Roman" panose="02020603050405020304"/>
                <a:cs typeface="Times New Roman" panose="02020603050405020304"/>
                <a:sym typeface="Times New Roman" panose="02020603050405020304"/>
              </a:rPr>
              <a:t>Deployment Readiness:</a:t>
            </a:r>
            <a:r>
              <a:rPr lang="en-US" sz="1900" b="0" i="0">
                <a:solidFill>
                  <a:srgbClr val="F8FAFF"/>
                </a:solidFill>
                <a:latin typeface="Times New Roman" panose="02020603050405020304"/>
                <a:ea typeface="Times New Roman" panose="02020603050405020304"/>
                <a:cs typeface="Times New Roman" panose="02020603050405020304"/>
                <a:sym typeface="Times New Roman" panose="02020603050405020304"/>
              </a:rPr>
              <a:t> Ensure the model is saved and can be reused for future predictions.</a:t>
            </a:r>
            <a:endParaRPr lang="en-US" sz="1900" b="0" i="0">
              <a:solidFill>
                <a:srgbClr val="F8FAFF"/>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300"/>
              </a:spcBef>
              <a:spcAft>
                <a:spcPts val="0"/>
              </a:spcAft>
              <a:buSzPts val="1520"/>
              <a:buFont typeface="Arial" panose="020B0604020202020204"/>
              <a:buChar char="•"/>
            </a:pPr>
            <a:r>
              <a:rPr lang="en-US" sz="1900" b="1" i="0">
                <a:solidFill>
                  <a:srgbClr val="F8FAFF"/>
                </a:solidFill>
                <a:latin typeface="Times New Roman" panose="02020603050405020304"/>
                <a:ea typeface="Times New Roman" panose="02020603050405020304"/>
                <a:cs typeface="Times New Roman" panose="02020603050405020304"/>
                <a:sym typeface="Times New Roman" panose="02020603050405020304"/>
              </a:rPr>
              <a:t>Expected Outcomes:</a:t>
            </a:r>
            <a:endParaRPr sz="1900" b="0" i="0">
              <a:solidFill>
                <a:srgbClr val="F8FAFF"/>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spcBef>
                <a:spcPts val="600"/>
              </a:spcBef>
              <a:spcAft>
                <a:spcPts val="0"/>
              </a:spcAft>
              <a:buSzPts val="1520"/>
              <a:buFont typeface="Arial" panose="020B0604020202020204"/>
              <a:buChar char="•"/>
            </a:pPr>
            <a:r>
              <a:rPr lang="en-US" sz="1900" b="0" i="0">
                <a:solidFill>
                  <a:srgbClr val="F8FAFF"/>
                </a:solidFill>
                <a:latin typeface="Times New Roman" panose="02020603050405020304"/>
                <a:ea typeface="Times New Roman" panose="02020603050405020304"/>
                <a:cs typeface="Times New Roman" panose="02020603050405020304"/>
                <a:sym typeface="Times New Roman" panose="02020603050405020304"/>
              </a:rPr>
              <a:t>A robust CNN model with high accuracy in tumor classification.</a:t>
            </a:r>
            <a:endParaRPr lang="en-US" sz="1900" b="0" i="0">
              <a:solidFill>
                <a:srgbClr val="F8FAFF"/>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spcBef>
                <a:spcPts val="300"/>
              </a:spcBef>
              <a:spcAft>
                <a:spcPts val="0"/>
              </a:spcAft>
              <a:buSzPts val="1520"/>
              <a:buFont typeface="Arial" panose="020B0604020202020204"/>
              <a:buChar char="•"/>
            </a:pPr>
            <a:r>
              <a:rPr lang="en-US" sz="1900" b="0" i="0">
                <a:solidFill>
                  <a:srgbClr val="F8FAFF"/>
                </a:solidFill>
                <a:latin typeface="Times New Roman" panose="02020603050405020304"/>
                <a:ea typeface="Times New Roman" panose="02020603050405020304"/>
                <a:cs typeface="Times New Roman" panose="02020603050405020304"/>
                <a:sym typeface="Times New Roman" panose="02020603050405020304"/>
              </a:rPr>
              <a:t>Insights into the dataset and model performance through visualizations.</a:t>
            </a:r>
            <a:endParaRPr lang="en-US" sz="1900" b="0" i="0">
              <a:solidFill>
                <a:srgbClr val="F8FAFF"/>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spcBef>
                <a:spcPts val="300"/>
              </a:spcBef>
              <a:spcAft>
                <a:spcPts val="0"/>
              </a:spcAft>
              <a:buSzPts val="1520"/>
              <a:buFont typeface="Arial" panose="020B0604020202020204"/>
              <a:buChar char="•"/>
            </a:pPr>
            <a:r>
              <a:rPr lang="en-US" sz="1900" b="0" i="0">
                <a:solidFill>
                  <a:srgbClr val="F8FAFF"/>
                </a:solidFill>
                <a:latin typeface="Times New Roman" panose="02020603050405020304"/>
                <a:ea typeface="Times New Roman" panose="02020603050405020304"/>
                <a:cs typeface="Times New Roman" panose="02020603050405020304"/>
                <a:sym typeface="Times New Roman" panose="02020603050405020304"/>
              </a:rPr>
              <a:t>A reusable and scalable solution for medical image analysis</a:t>
            </a:r>
            <a:r>
              <a:rPr lang="en-US" sz="1900" b="0" i="0">
                <a:solidFill>
                  <a:srgbClr val="F8FAFF"/>
                </a:solidFill>
                <a:latin typeface="Inter" panose="02000503000000020004"/>
                <a:ea typeface="Inter" panose="02000503000000020004"/>
                <a:cs typeface="Inter" panose="02000503000000020004"/>
                <a:sym typeface="Inter" panose="02000503000000020004"/>
              </a:rPr>
              <a:t>.</a:t>
            </a:r>
            <a:endParaRPr sz="1900">
              <a:solidFill>
                <a:srgbClr val="FEFEFE"/>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241300" algn="l" rtl="0">
              <a:spcBef>
                <a:spcPts val="1000"/>
              </a:spcBef>
              <a:spcAft>
                <a:spcPts val="0"/>
              </a:spcAft>
              <a:buSzPts val="1600"/>
              <a:buNone/>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70" name="Shape 170"/>
        <p:cNvGrpSpPr/>
        <p:nvPr/>
      </p:nvGrpSpPr>
      <p:grpSpPr>
        <a:xfrm>
          <a:off x="0" y="0"/>
          <a:ext cx="0" cy="0"/>
          <a:chOff x="0" y="0"/>
          <a:chExt cx="0" cy="0"/>
        </a:xfrm>
      </p:grpSpPr>
      <p:sp>
        <p:nvSpPr>
          <p:cNvPr id="171" name="Google Shape;171;p5"/>
          <p:cNvSpPr txBox="1"/>
          <p:nvPr>
            <p:ph type="title"/>
          </p:nvPr>
        </p:nvSpPr>
        <p:spPr>
          <a:xfrm>
            <a:off x="188911" y="309282"/>
            <a:ext cx="9404723" cy="87316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000"/>
              <a:buFont typeface="Times New Roman" panose="02020603050405020304"/>
              <a:buNone/>
            </a:pPr>
            <a:r>
              <a:rPr lang="en-US" sz="4000">
                <a:latin typeface="Times New Roman" panose="02020603050405020304"/>
                <a:ea typeface="Times New Roman" panose="02020603050405020304"/>
                <a:cs typeface="Times New Roman" panose="02020603050405020304"/>
                <a:sym typeface="Times New Roman" panose="02020603050405020304"/>
              </a:rPr>
              <a:t>Introduction</a:t>
            </a:r>
            <a:endParaRPr sz="4000">
              <a:latin typeface="Times New Roman" panose="02020603050405020304"/>
              <a:ea typeface="Times New Roman" panose="02020603050405020304"/>
              <a:cs typeface="Times New Roman" panose="02020603050405020304"/>
              <a:sym typeface="Times New Roman" panose="02020603050405020304"/>
            </a:endParaRPr>
          </a:p>
        </p:txBody>
      </p:sp>
      <p:sp>
        <p:nvSpPr>
          <p:cNvPr id="172" name="Google Shape;172;p5"/>
          <p:cNvSpPr txBox="1"/>
          <p:nvPr>
            <p:ph type="body" idx="1"/>
          </p:nvPr>
        </p:nvSpPr>
        <p:spPr>
          <a:xfrm>
            <a:off x="646111" y="1325880"/>
            <a:ext cx="10424160" cy="5294376"/>
          </a:xfrm>
          <a:prstGeom prst="rect">
            <a:avLst/>
          </a:prstGeom>
          <a:noFill/>
          <a:ln>
            <a:noFill/>
          </a:ln>
        </p:spPr>
        <p:txBody>
          <a:bodyPr spcFirstLastPara="1" wrap="square" lIns="91425" tIns="45700" rIns="91425" bIns="45700" anchor="t" anchorCtr="0">
            <a:normAutofit/>
          </a:bodyPr>
          <a:lstStyle/>
          <a:p>
            <a:pPr marL="342900" lvl="0" indent="-342900" algn="just" rtl="0">
              <a:lnSpc>
                <a:spcPct val="150000"/>
              </a:lnSpc>
              <a:spcBef>
                <a:spcPts val="0"/>
              </a:spcBef>
              <a:spcAft>
                <a:spcPts val="0"/>
              </a:spcAft>
              <a:buSzPts val="1600"/>
              <a:buChar char="►"/>
            </a:pPr>
            <a:r>
              <a:rPr lang="en-US" sz="2000">
                <a:latin typeface="Times New Roman" panose="02020603050405020304"/>
                <a:ea typeface="Times New Roman" panose="02020603050405020304"/>
                <a:cs typeface="Times New Roman" panose="02020603050405020304"/>
                <a:sym typeface="Times New Roman" panose="02020603050405020304"/>
              </a:rPr>
              <a:t> </a:t>
            </a:r>
            <a:r>
              <a:rPr lang="en-US">
                <a:latin typeface="Times New Roman" panose="02020603050405020304"/>
                <a:ea typeface="Times New Roman" panose="02020603050405020304"/>
                <a:cs typeface="Times New Roman" panose="02020603050405020304"/>
                <a:sym typeface="Times New Roman" panose="02020603050405020304"/>
              </a:rPr>
              <a:t>Glioma, meningioma</a:t>
            </a:r>
            <a:r>
              <a:rPr lang="en-US" sz="2000">
                <a:latin typeface="Times New Roman" panose="02020603050405020304"/>
                <a:ea typeface="Times New Roman" panose="02020603050405020304"/>
                <a:cs typeface="Times New Roman" panose="02020603050405020304"/>
                <a:sym typeface="Times New Roman" panose="02020603050405020304"/>
              </a:rPr>
              <a:t> and pituitary brain tumors need to be detected early for proper treatment. Conventional MRI examination by radiologists is labor-intensive and prone to error. With the progress in AI and deep learning, especially Convolutional Neural Networks (CNNs), computerized image classification is possible through spatial feature extraction. This project employs CNNs to classify brain tumors on MRI scans into the four groups: glioma, meningioma, pituitary tumor, and no tumor. Data augmentation (rotation, flip, scale) increases the diversity of the dataset, and performance is measured with accuracy, precision, recall, and F1-score. Automated tumor detection saves radiologists' work, increases diagnostic accuracy, and improves patient care, demonstrating the potential of AI in healthcare.</a:t>
            </a:r>
            <a:endParaRPr lang="en-US" sz="20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76" name="Shape 176"/>
        <p:cNvGrpSpPr/>
        <p:nvPr/>
      </p:nvGrpSpPr>
      <p:grpSpPr>
        <a:xfrm>
          <a:off x="0" y="0"/>
          <a:ext cx="0" cy="0"/>
          <a:chOff x="0" y="0"/>
          <a:chExt cx="0" cy="0"/>
        </a:xfrm>
      </p:grpSpPr>
      <p:sp>
        <p:nvSpPr>
          <p:cNvPr id="177" name="Google Shape;177;p6"/>
          <p:cNvSpPr txBox="1"/>
          <p:nvPr>
            <p:ph type="title"/>
          </p:nvPr>
        </p:nvSpPr>
        <p:spPr>
          <a:xfrm>
            <a:off x="197876" y="505012"/>
            <a:ext cx="9404723" cy="8850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Times New Roman" panose="02020603050405020304"/>
              <a:buNone/>
            </a:pPr>
            <a:r>
              <a:rPr lang="en-US">
                <a:latin typeface="Times New Roman" panose="02020603050405020304"/>
                <a:ea typeface="Times New Roman" panose="02020603050405020304"/>
                <a:cs typeface="Times New Roman" panose="02020603050405020304"/>
                <a:sym typeface="Times New Roman" panose="02020603050405020304"/>
              </a:rPr>
              <a:t>Problem Identification</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p6"/>
          <p:cNvSpPr txBox="1"/>
          <p:nvPr>
            <p:ph type="body" idx="1"/>
          </p:nvPr>
        </p:nvSpPr>
        <p:spPr>
          <a:xfrm>
            <a:off x="430958" y="2081008"/>
            <a:ext cx="11025936" cy="342254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lt1"/>
              </a:buClr>
              <a:buSzPts val="20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In multi-level medical analysis project using neural networks,the key problems are:</a:t>
            </a:r>
            <a:endParaRPr lang="en-US" b="1">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lt1"/>
              </a:buClr>
              <a:buSzPts val="2000"/>
              <a:buFont typeface="Century Gothic" panose="020B0502020202020204"/>
              <a:buNone/>
            </a:pPr>
            <a:endParaRPr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50000"/>
              </a:lnSpc>
              <a:spcBef>
                <a:spcPts val="0"/>
              </a:spcBef>
              <a:spcAft>
                <a:spcPts val="0"/>
              </a:spcAft>
              <a:buClr>
                <a:srgbClr val="F8FAFF"/>
              </a:buClr>
              <a:buSzPts val="2000"/>
              <a:buFont typeface="Arial" panose="020B0604020202020204"/>
              <a:buChar char="•"/>
            </a:pPr>
            <a:r>
              <a:rPr lang="en-US" b="1" i="0">
                <a:solidFill>
                  <a:srgbClr val="F8FAFF"/>
                </a:solidFill>
                <a:latin typeface="Times New Roman" panose="02020603050405020304"/>
                <a:ea typeface="Times New Roman" panose="02020603050405020304"/>
                <a:cs typeface="Times New Roman" panose="02020603050405020304"/>
                <a:sym typeface="Times New Roman" panose="02020603050405020304"/>
              </a:rPr>
              <a:t>Manual Analysis Limitations</a:t>
            </a:r>
            <a:r>
              <a:rPr lang="en-US"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r>
              <a:rPr lang="en-US" b="0" i="0">
                <a:solidFill>
                  <a:srgbClr val="F8FAFF"/>
                </a:solidFill>
                <a:latin typeface="Times New Roman" panose="02020603050405020304"/>
                <a:ea typeface="Times New Roman" panose="02020603050405020304"/>
                <a:cs typeface="Times New Roman" panose="02020603050405020304"/>
                <a:sym typeface="Times New Roman" panose="02020603050405020304"/>
              </a:rPr>
              <a:t>Traditional tumor detection methods rely on manual analysis of MRI scans, which is time-consuming and prone to human error</a:t>
            </a:r>
            <a:r>
              <a:rPr lang="en-US" b="0" i="0">
                <a:solidFill>
                  <a:srgbClr val="F8FAFF"/>
                </a:solidFill>
                <a:latin typeface="Inter" panose="02000503000000020004"/>
                <a:ea typeface="Inter" panose="02000503000000020004"/>
                <a:cs typeface="Inter" panose="02000503000000020004"/>
                <a:sym typeface="Inter" panose="02000503000000020004"/>
              </a:rPr>
              <a:t>.</a:t>
            </a:r>
            <a:endParaRPr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50000"/>
              </a:lnSpc>
              <a:spcBef>
                <a:spcPts val="0"/>
              </a:spcBef>
              <a:spcAft>
                <a:spcPts val="0"/>
              </a:spcAft>
              <a:buClr>
                <a:schemeClr val="lt1"/>
              </a:buClr>
              <a:buSzPts val="2000"/>
              <a:buFont typeface="Arial" panose="020B0604020202020204"/>
              <a:buChar char="•"/>
            </a:pPr>
            <a:r>
              <a:rPr lang="en-US"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Dataset Imbalance: </a:t>
            </a:r>
            <a:r>
              <a:rPr lang="en-US" b="0" i="0">
                <a:solidFill>
                  <a:srgbClr val="F8FAFF"/>
                </a:solidFill>
                <a:latin typeface="Times New Roman" panose="02020603050405020304"/>
                <a:ea typeface="Times New Roman" panose="02020603050405020304"/>
                <a:cs typeface="Times New Roman" panose="02020603050405020304"/>
                <a:sym typeface="Times New Roman" panose="02020603050405020304"/>
              </a:rPr>
              <a:t>Medical datasets often suffer from class imbalance, where some tumor types are underrepresented, leading to biased models</a:t>
            </a:r>
            <a:r>
              <a:rPr lang="en-US" b="0" i="0">
                <a:solidFill>
                  <a:srgbClr val="F8FAFF"/>
                </a:solidFill>
                <a:latin typeface="Inter" panose="02000503000000020004"/>
                <a:ea typeface="Inter" panose="02000503000000020004"/>
                <a:cs typeface="Inter" panose="02000503000000020004"/>
                <a:sym typeface="Inter" panose="02000503000000020004"/>
              </a:rPr>
              <a:t>.</a:t>
            </a:r>
            <a:endParaRPr lang="en-US" b="0" i="0">
              <a:solidFill>
                <a:srgbClr val="F8FAFF"/>
              </a:solidFill>
              <a:latin typeface="Inter" panose="02000503000000020004"/>
              <a:ea typeface="Inter" panose="02000503000000020004"/>
              <a:cs typeface="Inter" panose="02000503000000020004"/>
              <a:sym typeface="Inter" panose="02000503000000020004"/>
            </a:endParaRPr>
          </a:p>
          <a:p>
            <a:pPr marL="342900" marR="0" lvl="0" indent="-342900" algn="l" rtl="0">
              <a:lnSpc>
                <a:spcPct val="150000"/>
              </a:lnSpc>
              <a:spcBef>
                <a:spcPts val="0"/>
              </a:spcBef>
              <a:spcAft>
                <a:spcPts val="0"/>
              </a:spcAft>
              <a:buClr>
                <a:schemeClr val="lt1"/>
              </a:buClr>
              <a:buSzPts val="2000"/>
              <a:buFont typeface="Arial" panose="020B0604020202020204"/>
              <a:buChar char="•"/>
            </a:pPr>
            <a:r>
              <a:rPr lang="en-US"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Need for Automation: </a:t>
            </a:r>
            <a:r>
              <a:rPr lang="en-US"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There is a growing need for automated systems that can quickly and accurately analyze medical images to assist healthcare professionals.</a:t>
            </a:r>
            <a:endParaRPr lang="en-US"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82" name="Shape 182"/>
        <p:cNvGrpSpPr/>
        <p:nvPr/>
      </p:nvGrpSpPr>
      <p:grpSpPr>
        <a:xfrm>
          <a:off x="0" y="0"/>
          <a:ext cx="0" cy="0"/>
          <a:chOff x="0" y="0"/>
          <a:chExt cx="0" cy="0"/>
        </a:xfrm>
      </p:grpSpPr>
      <p:sp>
        <p:nvSpPr>
          <p:cNvPr id="183" name="Google Shape;183;p7"/>
          <p:cNvSpPr txBox="1"/>
          <p:nvPr>
            <p:ph type="title"/>
          </p:nvPr>
        </p:nvSpPr>
        <p:spPr>
          <a:xfrm>
            <a:off x="298200" y="212628"/>
            <a:ext cx="9404723" cy="81728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000"/>
              <a:buFont typeface="Times New Roman" panose="02020603050405020304"/>
              <a:buNone/>
            </a:pPr>
            <a:r>
              <a:rPr lang="en-US" sz="4000">
                <a:latin typeface="Times New Roman" panose="02020603050405020304"/>
                <a:ea typeface="Times New Roman" panose="02020603050405020304"/>
                <a:cs typeface="Times New Roman" panose="02020603050405020304"/>
                <a:sym typeface="Times New Roman" panose="02020603050405020304"/>
              </a:rPr>
              <a:t>Literature Review</a:t>
            </a:r>
            <a:endParaRPr sz="4000">
              <a:latin typeface="Times New Roman" panose="02020603050405020304"/>
              <a:ea typeface="Times New Roman" panose="02020603050405020304"/>
              <a:cs typeface="Times New Roman" panose="02020603050405020304"/>
              <a:sym typeface="Times New Roman" panose="02020603050405020304"/>
            </a:endParaRPr>
          </a:p>
        </p:txBody>
      </p:sp>
      <p:sp>
        <p:nvSpPr>
          <p:cNvPr id="184" name="Google Shape;184;p7"/>
          <p:cNvSpPr txBox="1"/>
          <p:nvPr>
            <p:ph type="body" idx="1"/>
          </p:nvPr>
        </p:nvSpPr>
        <p:spPr>
          <a:xfrm>
            <a:off x="298200" y="1217688"/>
            <a:ext cx="11138149" cy="5112568"/>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SzPts val="1600"/>
              <a:buNone/>
            </a:pPr>
            <a:r>
              <a:rPr lang="en-US" b="1">
                <a:solidFill>
                  <a:schemeClr val="lt1"/>
                </a:solidFill>
                <a:latin typeface="Times New Roman" panose="02020603050405020304"/>
                <a:ea typeface="Times New Roman" panose="02020603050405020304"/>
                <a:cs typeface="Times New Roman" panose="02020603050405020304"/>
                <a:sym typeface="Times New Roman" panose="02020603050405020304"/>
              </a:rPr>
              <a:t>Brain Tumor Detection Using Machine Learning:</a:t>
            </a:r>
            <a:endParaRPr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1000"/>
              </a:spcBef>
              <a:spcAft>
                <a:spcPts val="0"/>
              </a:spcAft>
              <a:buSzPts val="1600"/>
              <a:buFont typeface="Arial" panose="020B0604020202020204"/>
              <a:buChar char="•"/>
            </a:pPr>
            <a:r>
              <a:rPr lang="en-US">
                <a:solidFill>
                  <a:schemeClr val="lt1"/>
                </a:solidFill>
                <a:latin typeface="Times New Roman" panose="02020603050405020304"/>
                <a:ea typeface="Times New Roman" panose="02020603050405020304"/>
                <a:cs typeface="Times New Roman" panose="02020603050405020304"/>
                <a:sym typeface="Times New Roman" panose="02020603050405020304"/>
              </a:rPr>
              <a:t>Automated brain tumor detection in MRI images improves accuracy and efficiency over manual inspection. This study explores machine learning techniques like GLCM for feature extraction and classifiers like MLP and Naïve Bayes, achieving high tumor detection accuracy.</a:t>
            </a:r>
            <a:endParaRPr lang="en-US">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1000"/>
              </a:spcBef>
              <a:spcAft>
                <a:spcPts val="0"/>
              </a:spcAft>
              <a:buSzPts val="1600"/>
              <a:buNone/>
            </a:pPr>
            <a:r>
              <a:rPr lang="en-US" b="1">
                <a:solidFill>
                  <a:schemeClr val="lt1"/>
                </a:solidFill>
                <a:latin typeface="Times New Roman" panose="02020603050405020304"/>
                <a:ea typeface="Times New Roman" panose="02020603050405020304"/>
                <a:cs typeface="Times New Roman" panose="02020603050405020304"/>
                <a:sym typeface="Times New Roman" panose="02020603050405020304"/>
              </a:rPr>
              <a:t>Brain Tumor Detection Using Image Processing Techniques: </a:t>
            </a:r>
            <a:endParaRPr lang="en-US"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1000"/>
              </a:spcBef>
              <a:spcAft>
                <a:spcPts val="0"/>
              </a:spcAft>
              <a:buSzPts val="1600"/>
              <a:buFont typeface="Arial" panose="020B0604020202020204"/>
              <a:buChar char="•"/>
            </a:pPr>
            <a:r>
              <a:rPr lang="en-US">
                <a:solidFill>
                  <a:schemeClr val="lt1"/>
                </a:solidFill>
                <a:latin typeface="Times New Roman" panose="02020603050405020304"/>
                <a:ea typeface="Times New Roman" panose="02020603050405020304"/>
                <a:cs typeface="Times New Roman" panose="02020603050405020304"/>
                <a:sym typeface="Times New Roman" panose="02020603050405020304"/>
              </a:rPr>
              <a:t>MRI-based brain tumor detection is crucial for early diagnosis and treatment. This study reviews image processing techniques such as filtering, edge detection, segmentation, and morphological operations used in MATLAB to enhance MRI images for accurate tumor identification.</a:t>
            </a:r>
            <a:endParaRPr>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1000"/>
              </a:spcBef>
              <a:spcAft>
                <a:spcPts val="0"/>
              </a:spcAft>
              <a:buSzPts val="1600"/>
              <a:buNone/>
            </a:pPr>
            <a:r>
              <a:rPr lang="en-US" b="1">
                <a:solidFill>
                  <a:schemeClr val="lt1"/>
                </a:solidFill>
                <a:latin typeface="Times New Roman" panose="02020603050405020304"/>
                <a:ea typeface="Times New Roman" panose="02020603050405020304"/>
                <a:cs typeface="Times New Roman" panose="02020603050405020304"/>
                <a:sym typeface="Times New Roman" panose="02020603050405020304"/>
              </a:rPr>
              <a:t>Brain Tumor Detection Using MRI and Segmentation Techniques:</a:t>
            </a:r>
            <a:endParaRPr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1000"/>
              </a:spcBef>
              <a:spcAft>
                <a:spcPts val="0"/>
              </a:spcAft>
              <a:buSzPts val="1600"/>
              <a:buFont typeface="Arial" panose="020B0604020202020204"/>
              <a:buChar char="•"/>
            </a:pPr>
            <a:r>
              <a:rPr lang="en-US">
                <a:solidFill>
                  <a:schemeClr val="lt1"/>
                </a:solidFill>
                <a:latin typeface="Times New Roman" panose="02020603050405020304"/>
                <a:ea typeface="Times New Roman" panose="02020603050405020304"/>
                <a:cs typeface="Times New Roman" panose="02020603050405020304"/>
                <a:sym typeface="Times New Roman" panose="02020603050405020304"/>
              </a:rPr>
              <a:t>This study explores MRI-based brain tumor detection using segmentation techniques like spatial FCM and Probabilistic Neural Networks (PNN). The proposed approach enhances accuracy through feature extraction and classification, improving early detection and diagnosis of brain tumors.</a:t>
            </a:r>
            <a:endParaRPr lang="en-US">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88" name="Shape 188"/>
        <p:cNvGrpSpPr/>
        <p:nvPr/>
      </p:nvGrpSpPr>
      <p:grpSpPr>
        <a:xfrm>
          <a:off x="0" y="0"/>
          <a:ext cx="0" cy="0"/>
          <a:chOff x="0" y="0"/>
          <a:chExt cx="0" cy="0"/>
        </a:xfrm>
      </p:grpSpPr>
      <p:sp>
        <p:nvSpPr>
          <p:cNvPr id="189" name="Google Shape;189;p8"/>
          <p:cNvSpPr txBox="1"/>
          <p:nvPr>
            <p:ph type="title"/>
          </p:nvPr>
        </p:nvSpPr>
        <p:spPr>
          <a:xfrm>
            <a:off x="295047" y="262829"/>
            <a:ext cx="9404723" cy="8342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000"/>
              <a:buFont typeface="Times New Roman" panose="02020603050405020304"/>
              <a:buNone/>
            </a:pPr>
            <a:r>
              <a:rPr lang="en-US" sz="4000">
                <a:latin typeface="Times New Roman" panose="02020603050405020304"/>
                <a:ea typeface="Times New Roman" panose="02020603050405020304"/>
                <a:cs typeface="Times New Roman" panose="02020603050405020304"/>
                <a:sym typeface="Times New Roman" panose="02020603050405020304"/>
              </a:rPr>
              <a:t>Proposed Plan</a:t>
            </a:r>
            <a:endParaRPr sz="4000">
              <a:latin typeface="Times New Roman" panose="02020603050405020304"/>
              <a:ea typeface="Times New Roman" panose="02020603050405020304"/>
              <a:cs typeface="Times New Roman" panose="02020603050405020304"/>
              <a:sym typeface="Times New Roman" panose="02020603050405020304"/>
            </a:endParaRPr>
          </a:p>
        </p:txBody>
      </p:sp>
      <p:sp>
        <p:nvSpPr>
          <p:cNvPr id="190" name="Google Shape;190;p8"/>
          <p:cNvSpPr/>
          <p:nvPr/>
        </p:nvSpPr>
        <p:spPr>
          <a:xfrm>
            <a:off x="295047" y="1344114"/>
            <a:ext cx="11104447" cy="4431983"/>
          </a:xfrm>
          <a:prstGeom prst="rect">
            <a:avLst/>
          </a:prstGeom>
          <a:noFill/>
          <a:ln>
            <a:noFill/>
          </a:ln>
        </p:spPr>
        <p:txBody>
          <a:bodyPr spcFirstLastPara="1" wrap="square" lIns="91425" tIns="45700" rIns="91425" bIns="45700" anchor="ctr" anchorCtr="0">
            <a:spAutoFit/>
          </a:bodyPr>
          <a:lstStyle/>
          <a:p>
            <a:pPr marL="342900" marR="0" lvl="0" indent="-342900" algn="l" rtl="0">
              <a:spcBef>
                <a:spcPts val="0"/>
              </a:spcBef>
              <a:spcAft>
                <a:spcPts val="0"/>
              </a:spcAft>
              <a:buClr>
                <a:schemeClr val="lt1"/>
              </a:buClr>
              <a:buSzPts val="2400"/>
              <a:buFont typeface="Arial" panose="020B0604020202020204"/>
              <a:buChar char="•"/>
            </a:pPr>
            <a:r>
              <a:rPr lang="en-US" sz="24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Data collection: </a:t>
            </a:r>
            <a:r>
              <a:rPr lang="en-US" sz="2400" b="0" i="0" u="none" strike="noStrike" cap="none">
                <a:solidFill>
                  <a:srgbClr val="F8FAFF"/>
                </a:solidFill>
                <a:latin typeface="Times New Roman" panose="02020603050405020304"/>
                <a:ea typeface="Times New Roman" panose="02020603050405020304"/>
                <a:cs typeface="Times New Roman" panose="02020603050405020304"/>
                <a:sym typeface="Times New Roman" panose="02020603050405020304"/>
              </a:rPr>
              <a:t>Gather MRI images of brain tumors from publicly available datasets</a:t>
            </a:r>
            <a:r>
              <a:rPr lang="en-US" sz="2400" b="0" i="0" u="none" strike="noStrike" cap="none">
                <a:solidFill>
                  <a:srgbClr val="F8FAFF"/>
                </a:solidFill>
                <a:latin typeface="Inter" panose="02000503000000020004"/>
                <a:ea typeface="Inter" panose="02000503000000020004"/>
                <a:cs typeface="Inter" panose="02000503000000020004"/>
                <a:sym typeface="Inter" panose="02000503000000020004"/>
              </a:rPr>
              <a:t>.</a:t>
            </a:r>
            <a:endParaRPr lang="en-US" sz="2400" b="0" i="0" u="none" strike="noStrike" cap="none">
              <a:solidFill>
                <a:srgbClr val="F8FAFF"/>
              </a:solidFill>
              <a:latin typeface="Inter" panose="02000503000000020004"/>
              <a:ea typeface="Inter" panose="02000503000000020004"/>
              <a:cs typeface="Inter" panose="02000503000000020004"/>
              <a:sym typeface="Inter" panose="02000503000000020004"/>
            </a:endParaRPr>
          </a:p>
          <a:p>
            <a:pPr marL="342900" marR="0" lvl="0" indent="-342900" algn="l" rtl="0">
              <a:spcBef>
                <a:spcPts val="0"/>
              </a:spcBef>
              <a:spcAft>
                <a:spcPts val="0"/>
              </a:spcAft>
              <a:buClr>
                <a:schemeClr val="lt1"/>
              </a:buClr>
              <a:buSzPts val="2400"/>
              <a:buFont typeface="Arial" panose="020B0604020202020204"/>
              <a:buChar char="•"/>
            </a:pPr>
            <a:r>
              <a:rPr lang="en-US" sz="24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Preprocessing: </a:t>
            </a:r>
            <a:r>
              <a:rPr lang="en-US" sz="2400" b="0" i="0" u="none" strike="noStrike" cap="none">
                <a:solidFill>
                  <a:srgbClr val="F8FAFF"/>
                </a:solidFill>
                <a:latin typeface="Times New Roman" panose="02020603050405020304"/>
                <a:ea typeface="Times New Roman" panose="02020603050405020304"/>
                <a:cs typeface="Times New Roman" panose="02020603050405020304"/>
                <a:sym typeface="Times New Roman" panose="02020603050405020304"/>
              </a:rPr>
              <a:t>Resize, normalize, and augment the images to prepare them for training</a:t>
            </a:r>
            <a:endParaRPr lang="en-US" sz="2400" b="0" i="0" u="none" strike="noStrike" cap="none">
              <a:solidFill>
                <a:srgbClr val="F8FAFF"/>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spcBef>
                <a:spcPts val="0"/>
              </a:spcBef>
              <a:spcAft>
                <a:spcPts val="0"/>
              </a:spcAft>
              <a:buClr>
                <a:schemeClr val="lt1"/>
              </a:buClr>
              <a:buSzPts val="2400"/>
              <a:buFont typeface="Arial" panose="020B0604020202020204"/>
              <a:buChar char="•"/>
            </a:pPr>
            <a:r>
              <a:rPr lang="en-US" sz="24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Model Development: </a:t>
            </a:r>
            <a:r>
              <a:rPr lang="en-US" sz="2400" b="0" i="0" u="none" strike="noStrike" cap="none">
                <a:solidFill>
                  <a:srgbClr val="F8FAFF"/>
                </a:solidFill>
                <a:latin typeface="Times New Roman" panose="02020603050405020304"/>
                <a:ea typeface="Times New Roman" panose="02020603050405020304"/>
                <a:cs typeface="Times New Roman" panose="02020603050405020304"/>
                <a:sym typeface="Times New Roman" panose="02020603050405020304"/>
              </a:rPr>
              <a:t>Design a CNN architecture with layers for feature extraction and classification.</a:t>
            </a:r>
            <a:endParaRPr lang="en-US" sz="2400" b="0" i="0" u="none" strike="noStrike" cap="none">
              <a:solidFill>
                <a:srgbClr val="F8FAFF"/>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spcBef>
                <a:spcPts val="0"/>
              </a:spcBef>
              <a:spcAft>
                <a:spcPts val="0"/>
              </a:spcAft>
              <a:buClr>
                <a:schemeClr val="lt1"/>
              </a:buClr>
              <a:buSzPts val="2400"/>
              <a:buFont typeface="Arial" panose="020B0604020202020204"/>
              <a:buChar char="•"/>
            </a:pPr>
            <a:r>
              <a:rPr lang="en-US" sz="24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Training: </a:t>
            </a:r>
            <a:r>
              <a:rPr lang="en-US" sz="2400" b="0" i="0" u="none" strike="noStrike" cap="none">
                <a:solidFill>
                  <a:srgbClr val="F8FAFF"/>
                </a:solidFill>
                <a:latin typeface="Times New Roman" panose="02020603050405020304"/>
                <a:ea typeface="Times New Roman" panose="02020603050405020304"/>
                <a:cs typeface="Times New Roman" panose="02020603050405020304"/>
                <a:sym typeface="Times New Roman" panose="02020603050405020304"/>
              </a:rPr>
              <a:t>Train the model on the preprocessed dataset using TensorFlow and Keras.</a:t>
            </a:r>
            <a:endParaRPr sz="2400" b="0" i="0" u="none" strike="noStrike" cap="none">
              <a:solidFill>
                <a:srgbClr val="F8FAFF"/>
              </a:solidFill>
              <a:latin typeface="Inter" panose="02000503000000020004"/>
              <a:ea typeface="Inter" panose="02000503000000020004"/>
              <a:cs typeface="Inter" panose="02000503000000020004"/>
              <a:sym typeface="Inter" panose="02000503000000020004"/>
            </a:endParaRPr>
          </a:p>
          <a:p>
            <a:pPr marL="342900" marR="0" lvl="0" indent="-342900" algn="l" rtl="0">
              <a:spcBef>
                <a:spcPts val="0"/>
              </a:spcBef>
              <a:spcAft>
                <a:spcPts val="0"/>
              </a:spcAft>
              <a:buClr>
                <a:schemeClr val="lt1"/>
              </a:buClr>
              <a:buSzPts val="2400"/>
              <a:buFont typeface="Arial" panose="020B0604020202020204"/>
              <a:buChar char="•"/>
            </a:pPr>
            <a:r>
              <a:rPr lang="en-US" sz="24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Evaluation: </a:t>
            </a:r>
            <a:r>
              <a:rPr lang="en-US" sz="2400" b="0" i="0" u="none" strike="noStrike" cap="none">
                <a:solidFill>
                  <a:srgbClr val="F8FAFF"/>
                </a:solidFill>
                <a:latin typeface="Times New Roman" panose="02020603050405020304"/>
                <a:ea typeface="Times New Roman" panose="02020603050405020304"/>
                <a:cs typeface="Times New Roman" panose="02020603050405020304"/>
                <a:sym typeface="Times New Roman" panose="02020603050405020304"/>
              </a:rPr>
              <a:t>Evaluate the model using metrics like accuracy, precision, recall, and F1-score.</a:t>
            </a:r>
            <a:endParaRPr sz="2400" b="0" i="0" u="none" strike="noStrike" cap="none">
              <a:solidFill>
                <a:srgbClr val="F8FAFF"/>
              </a:solidFill>
              <a:latin typeface="Inter" panose="02000503000000020004"/>
              <a:ea typeface="Inter" panose="02000503000000020004"/>
              <a:cs typeface="Inter" panose="02000503000000020004"/>
              <a:sym typeface="Inter" panose="02000503000000020004"/>
            </a:endParaRPr>
          </a:p>
          <a:p>
            <a:pPr marL="342900" marR="0" lvl="0" indent="-342900" algn="l" rtl="0">
              <a:spcBef>
                <a:spcPts val="0"/>
              </a:spcBef>
              <a:spcAft>
                <a:spcPts val="0"/>
              </a:spcAft>
              <a:buClr>
                <a:schemeClr val="lt1"/>
              </a:buClr>
              <a:buSzPts val="2400"/>
              <a:buFont typeface="Arial" panose="020B0604020202020204"/>
              <a:buChar char="•"/>
            </a:pPr>
            <a:r>
              <a:rPr lang="en-US" sz="24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Visualization: </a:t>
            </a:r>
            <a:r>
              <a:rPr lang="en-US" sz="2400" b="0" i="0" u="none" strike="noStrike" cap="none">
                <a:solidFill>
                  <a:srgbClr val="F8FAFF"/>
                </a:solidFill>
                <a:latin typeface="Inter" panose="02000503000000020004"/>
                <a:ea typeface="Inter" panose="02000503000000020004"/>
                <a:cs typeface="Inter" panose="02000503000000020004"/>
                <a:sym typeface="Inter" panose="02000503000000020004"/>
              </a:rPr>
              <a:t>Create visualizations to understand the dataset and model performance.</a:t>
            </a:r>
            <a:endParaRPr lang="en-US" sz="2400" b="0" i="0" u="none" strike="noStrike" cap="none">
              <a:solidFill>
                <a:srgbClr val="F8FAFF"/>
              </a:solidFill>
              <a:latin typeface="Inter" panose="02000503000000020004"/>
              <a:ea typeface="Inter" panose="02000503000000020004"/>
              <a:cs typeface="Inter" panose="02000503000000020004"/>
              <a:sym typeface="Inter" panose="02000503000000020004"/>
            </a:endParaRPr>
          </a:p>
          <a:p>
            <a:pPr marL="342900" marR="0" lvl="0" indent="-342900" algn="l" rtl="0">
              <a:spcBef>
                <a:spcPts val="0"/>
              </a:spcBef>
              <a:spcAft>
                <a:spcPts val="0"/>
              </a:spcAft>
              <a:buClr>
                <a:schemeClr val="lt1"/>
              </a:buClr>
              <a:buSzPts val="2400"/>
              <a:buFont typeface="Arial" panose="020B0604020202020204"/>
              <a:buChar char="•"/>
            </a:pPr>
            <a:r>
              <a:rPr lang="en-US" sz="24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Deployment: </a:t>
            </a:r>
            <a:r>
              <a:rPr lang="en-US" sz="2400" b="0" i="0" u="none" strike="noStrike" cap="none">
                <a:solidFill>
                  <a:srgbClr val="F8FAFF"/>
                </a:solidFill>
                <a:latin typeface="Times New Roman" panose="02020603050405020304"/>
                <a:ea typeface="Times New Roman" panose="02020603050405020304"/>
                <a:cs typeface="Times New Roman" panose="02020603050405020304"/>
                <a:sym typeface="Times New Roman" panose="02020603050405020304"/>
              </a:rPr>
              <a:t>Save the trained model for future use.</a:t>
            </a:r>
            <a:br>
              <a:rPr lang="en-US" sz="1800" b="0" i="0" u="none" strike="noStrike" cap="none">
                <a:solidFill>
                  <a:schemeClr val="lt1"/>
                </a:solidFill>
                <a:latin typeface="Arial" panose="020B0604020202020204"/>
                <a:ea typeface="Arial" panose="020B0604020202020204"/>
                <a:cs typeface="Arial" panose="020B0604020202020204"/>
                <a:sym typeface="Arial" panose="020B0604020202020204"/>
              </a:rPr>
            </a:b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94" name="Shape 194"/>
        <p:cNvGrpSpPr/>
        <p:nvPr/>
      </p:nvGrpSpPr>
      <p:grpSpPr>
        <a:xfrm>
          <a:off x="0" y="0"/>
          <a:ext cx="0" cy="0"/>
          <a:chOff x="0" y="0"/>
          <a:chExt cx="0" cy="0"/>
        </a:xfrm>
      </p:grpSpPr>
      <p:sp>
        <p:nvSpPr>
          <p:cNvPr id="195" name="Google Shape;195;p9"/>
          <p:cNvSpPr txBox="1"/>
          <p:nvPr>
            <p:ph type="title"/>
          </p:nvPr>
        </p:nvSpPr>
        <p:spPr>
          <a:xfrm>
            <a:off x="103862" y="431110"/>
            <a:ext cx="9404723" cy="86808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000"/>
              <a:buFont typeface="Times New Roman" panose="02020603050405020304"/>
              <a:buNone/>
            </a:pPr>
            <a:r>
              <a:rPr lang="en-US" sz="4000">
                <a:latin typeface="Times New Roman" panose="02020603050405020304"/>
                <a:ea typeface="Times New Roman" panose="02020603050405020304"/>
                <a:cs typeface="Times New Roman" panose="02020603050405020304"/>
                <a:sym typeface="Times New Roman" panose="02020603050405020304"/>
              </a:rPr>
              <a:t>Existing vs Proposed Methods</a:t>
            </a:r>
            <a:endParaRPr sz="4000">
              <a:latin typeface="Times New Roman" panose="02020603050405020304"/>
              <a:ea typeface="Times New Roman" panose="02020603050405020304"/>
              <a:cs typeface="Times New Roman" panose="02020603050405020304"/>
              <a:sym typeface="Times New Roman" panose="02020603050405020304"/>
            </a:endParaRPr>
          </a:p>
        </p:txBody>
      </p:sp>
      <p:sp>
        <p:nvSpPr>
          <p:cNvPr id="196" name="Google Shape;196;p9"/>
          <p:cNvSpPr txBox="1"/>
          <p:nvPr/>
        </p:nvSpPr>
        <p:spPr>
          <a:xfrm>
            <a:off x="238079" y="1555263"/>
            <a:ext cx="11787144" cy="43396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3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Data Augmentation and Preprocessing:</a:t>
            </a:r>
            <a:endParaRPr lang="en-US" sz="23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23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spcBef>
                <a:spcPts val="0"/>
              </a:spcBef>
              <a:spcAft>
                <a:spcPts val="0"/>
              </a:spcAft>
              <a:buClr>
                <a:schemeClr val="lt1"/>
              </a:buClr>
              <a:buSzPts val="2300"/>
              <a:buFont typeface="Noto Sans Symbols"/>
              <a:buChar char="⮚"/>
            </a:pPr>
            <a:r>
              <a:rPr lang="en-US" sz="2300" b="1">
                <a:solidFill>
                  <a:schemeClr val="lt1"/>
                </a:solidFill>
                <a:latin typeface="Times New Roman" panose="02020603050405020304"/>
                <a:ea typeface="Times New Roman" panose="02020603050405020304"/>
                <a:cs typeface="Times New Roman" panose="02020603050405020304"/>
                <a:sym typeface="Times New Roman" panose="02020603050405020304"/>
              </a:rPr>
              <a:t>Existing Methods:</a:t>
            </a:r>
            <a:endParaRPr lang="en-US" sz="23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300" b="1">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r>
              <a:rPr lang="en-US" sz="2300" b="0" i="0">
                <a:solidFill>
                  <a:srgbClr val="F8FAFF"/>
                </a:solidFill>
                <a:latin typeface="Times New Roman" panose="02020603050405020304"/>
                <a:ea typeface="Times New Roman" panose="02020603050405020304"/>
                <a:cs typeface="Times New Roman" panose="02020603050405020304"/>
                <a:sym typeface="Times New Roman" panose="02020603050405020304"/>
              </a:rPr>
              <a:t>Traditional methods often use raw images without augmentation, leading to overfitting and poor generalization on unseen data. Preprocessing is limited to basic rescaling or normalization.</a:t>
            </a:r>
            <a:endParaRPr sz="23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196850" algn="l" rtl="0">
              <a:spcBef>
                <a:spcPts val="0"/>
              </a:spcBef>
              <a:spcAft>
                <a:spcPts val="0"/>
              </a:spcAft>
              <a:buClr>
                <a:schemeClr val="lt1"/>
              </a:buClr>
              <a:buSzPts val="2300"/>
              <a:buFont typeface="Noto Sans Symbols"/>
              <a:buNone/>
            </a:pPr>
            <a:endParaRPr sz="2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spcBef>
                <a:spcPts val="0"/>
              </a:spcBef>
              <a:spcAft>
                <a:spcPts val="0"/>
              </a:spcAft>
              <a:buClr>
                <a:schemeClr val="lt1"/>
              </a:buClr>
              <a:buSzPts val="2300"/>
              <a:buFont typeface="Noto Sans Symbols"/>
              <a:buChar char="⮚"/>
            </a:pPr>
            <a:r>
              <a:rPr lang="en-US" sz="2300" b="1">
                <a:solidFill>
                  <a:schemeClr val="lt1"/>
                </a:solidFill>
                <a:latin typeface="Times New Roman" panose="02020603050405020304"/>
                <a:ea typeface="Times New Roman" panose="02020603050405020304"/>
                <a:cs typeface="Times New Roman" panose="02020603050405020304"/>
                <a:sym typeface="Times New Roman" panose="02020603050405020304"/>
              </a:rPr>
              <a:t>Proposed Methods:</a:t>
            </a:r>
            <a:endParaRPr lang="en-US" sz="23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23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spcBef>
                <a:spcPts val="0"/>
              </a:spcBef>
              <a:spcAft>
                <a:spcPts val="0"/>
              </a:spcAft>
              <a:buClr>
                <a:schemeClr val="lt1"/>
              </a:buClr>
              <a:buSzPts val="2300"/>
              <a:buFont typeface="Noto Sans Symbols"/>
              <a:buChar char="▪"/>
            </a:pP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Our Model uses advanced data augmentation techniques like rotation, width/height shifting, shearing, zooming, and flipping. This increase the diversity of training data, help the model to generalize better. </a:t>
            </a:r>
            <a:endPar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spcBef>
                <a:spcPts val="0"/>
              </a:spcBef>
              <a:spcAft>
                <a:spcPts val="0"/>
              </a:spcAft>
              <a:buClr>
                <a:schemeClr val="lt1"/>
              </a:buClr>
              <a:buSzPts val="2300"/>
              <a:buFont typeface="Noto Sans Symbols"/>
              <a:buChar char="▪"/>
            </a:pP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Rescaling is applied to normalize pixels values, ensuring faster convergence during training.</a:t>
            </a:r>
            <a:endPar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10"/>
          <p:cNvSpPr txBox="1"/>
          <p:nvPr>
            <p:ph type="title"/>
          </p:nvPr>
        </p:nvSpPr>
        <p:spPr>
          <a:xfrm>
            <a:off x="131186" y="383202"/>
            <a:ext cx="9404723" cy="7580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000"/>
              <a:buFont typeface="Times New Roman" panose="02020603050405020304"/>
              <a:buNone/>
            </a:pPr>
            <a:r>
              <a:rPr lang="en-US" sz="4000">
                <a:latin typeface="Times New Roman" panose="02020603050405020304"/>
                <a:ea typeface="Times New Roman" panose="02020603050405020304"/>
                <a:cs typeface="Times New Roman" panose="02020603050405020304"/>
                <a:sym typeface="Times New Roman" panose="02020603050405020304"/>
              </a:rPr>
              <a:t>Existing vs Proposed methods</a:t>
            </a:r>
            <a:endParaRPr sz="4000">
              <a:latin typeface="Times New Roman" panose="02020603050405020304"/>
              <a:ea typeface="Times New Roman" panose="02020603050405020304"/>
              <a:cs typeface="Times New Roman" panose="02020603050405020304"/>
              <a:sym typeface="Times New Roman" panose="02020603050405020304"/>
            </a:endParaRPr>
          </a:p>
        </p:txBody>
      </p:sp>
      <p:sp>
        <p:nvSpPr>
          <p:cNvPr id="202" name="Google Shape;202;p10"/>
          <p:cNvSpPr/>
          <p:nvPr/>
        </p:nvSpPr>
        <p:spPr>
          <a:xfrm>
            <a:off x="131186" y="1290755"/>
            <a:ext cx="11455386" cy="538609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r>
              <a:rPr lang="en-US" sz="24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Model Architecture (CNN with Dropout)</a:t>
            </a:r>
            <a:endParaRPr lang="en-US" sz="24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215900" algn="l" rtl="0">
              <a:lnSpc>
                <a:spcPct val="100000"/>
              </a:lnSpc>
              <a:spcBef>
                <a:spcPts val="0"/>
              </a:spcBef>
              <a:spcAft>
                <a:spcPts val="0"/>
              </a:spcAft>
              <a:buClr>
                <a:schemeClr val="lt1"/>
              </a:buClr>
              <a:buSzPts val="2000"/>
              <a:buFont typeface="Noto Sans Symbols"/>
              <a:buNone/>
            </a:pPr>
            <a:endParaRPr sz="20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0"/>
              </a:spcBef>
              <a:spcAft>
                <a:spcPts val="0"/>
              </a:spcAft>
              <a:buClr>
                <a:schemeClr val="lt1"/>
              </a:buClr>
              <a:buSzPts val="2000"/>
              <a:buFont typeface="Noto Sans Symbols"/>
              <a:buChar char="⮚"/>
            </a:pPr>
            <a:r>
              <a:rPr lang="en-US" sz="20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Existing Methods:</a:t>
            </a:r>
            <a:endParaRPr lang="en-US" sz="20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0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0"/>
              </a:spcBef>
              <a:spcAft>
                <a:spcPts val="0"/>
              </a:spcAft>
              <a:buClr>
                <a:schemeClr val="lt1"/>
              </a:buClr>
              <a:buSzPts val="2000"/>
              <a:buFont typeface="Noto Sans Symbols"/>
              <a:buChar char="▪"/>
            </a:pPr>
            <a:r>
              <a:rPr lang="en-US" sz="20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Many existing methods use simpler architectures (e.g., shallow CNNs or traditional machine learning models like SVMs) that may not capture complex patterns in medical images effectively. These models are prone to overfitting due to limited regularization.</a:t>
            </a:r>
            <a:endParaRPr lang="en-US" sz="20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0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0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0"/>
              </a:spcBef>
              <a:spcAft>
                <a:spcPts val="0"/>
              </a:spcAft>
              <a:buClr>
                <a:schemeClr val="lt1"/>
              </a:buClr>
              <a:buSzPts val="2000"/>
              <a:buFont typeface="Noto Sans Symbols"/>
              <a:buChar char="⮚"/>
            </a:pPr>
            <a:r>
              <a:rPr lang="en-US" sz="20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Proposed Methods:</a:t>
            </a:r>
            <a:endParaRPr lang="en-US" sz="20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0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0"/>
              </a:spcBef>
              <a:spcAft>
                <a:spcPts val="0"/>
              </a:spcAft>
              <a:buClr>
                <a:schemeClr val="lt1"/>
              </a:buClr>
              <a:buSzPts val="2000"/>
              <a:buFont typeface="Noto Sans Symbols"/>
              <a:buChar char="▪"/>
            </a:pPr>
            <a:r>
              <a:rPr lang="en-US" sz="2000">
                <a:solidFill>
                  <a:schemeClr val="lt1"/>
                </a:solidFill>
                <a:latin typeface="Times New Roman" panose="02020603050405020304"/>
                <a:ea typeface="Times New Roman" panose="02020603050405020304"/>
                <a:cs typeface="Times New Roman" panose="02020603050405020304"/>
                <a:sym typeface="Times New Roman" panose="02020603050405020304"/>
              </a:rPr>
              <a:t>Our model uses a deep CNN architecture with multiple convolutional and pooling layers to extract hierarchical features from brain tumor images.</a:t>
            </a:r>
            <a:endParaRPr sz="20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0"/>
              </a:spcBef>
              <a:spcAft>
                <a:spcPts val="0"/>
              </a:spcAft>
              <a:buClr>
                <a:schemeClr val="lt1"/>
              </a:buClr>
              <a:buSzPts val="2000"/>
              <a:buFont typeface="Noto Sans Symbols"/>
              <a:buChar char="▪"/>
            </a:pPr>
            <a:r>
              <a:rPr lang="en-US" sz="20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 Dropout layers are added to prevent overfitting by randomly deactivating neurons during training.</a:t>
            </a:r>
            <a:endParaRPr lang="en-US" sz="20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0"/>
              </a:spcBef>
              <a:spcAft>
                <a:spcPts val="0"/>
              </a:spcAft>
              <a:buClr>
                <a:schemeClr val="lt1"/>
              </a:buClr>
              <a:buSzPts val="2000"/>
              <a:buFont typeface="Noto Sans Symbols"/>
              <a:buChar char="▪"/>
            </a:pPr>
            <a:r>
              <a:rPr lang="en-US" sz="20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 The final dense layer uses a softmax activation for multi-class classification, which is suitable for distinguishing between four tumor types.</a:t>
            </a:r>
            <a:br>
              <a:rPr lang="en-US" sz="20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br>
            <a:endParaRPr sz="20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06" name="Shape 206"/>
        <p:cNvGrpSpPr/>
        <p:nvPr/>
      </p:nvGrpSpPr>
      <p:grpSpPr>
        <a:xfrm>
          <a:off x="0" y="0"/>
          <a:ext cx="0" cy="0"/>
          <a:chOff x="0" y="0"/>
          <a:chExt cx="0" cy="0"/>
        </a:xfrm>
      </p:grpSpPr>
      <p:sp>
        <p:nvSpPr>
          <p:cNvPr id="207" name="Google Shape;207;p11"/>
          <p:cNvSpPr txBox="1"/>
          <p:nvPr>
            <p:ph type="title"/>
          </p:nvPr>
        </p:nvSpPr>
        <p:spPr>
          <a:xfrm>
            <a:off x="206840" y="330847"/>
            <a:ext cx="9404723" cy="978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Times New Roman" panose="02020603050405020304"/>
              <a:buNone/>
            </a:pPr>
            <a:r>
              <a:rPr lang="en-US">
                <a:latin typeface="Times New Roman" panose="02020603050405020304"/>
                <a:ea typeface="Times New Roman" panose="02020603050405020304"/>
                <a:cs typeface="Times New Roman" panose="02020603050405020304"/>
                <a:sym typeface="Times New Roman" panose="02020603050405020304"/>
              </a:rPr>
              <a:t>Existing vs Proposed methods</a:t>
            </a:r>
            <a:endParaRPr lang="en-US">
              <a:latin typeface="Times New Roman" panose="02020603050405020304"/>
              <a:ea typeface="Times New Roman" panose="02020603050405020304"/>
              <a:cs typeface="Times New Roman" panose="02020603050405020304"/>
              <a:sym typeface="Times New Roman" panose="02020603050405020304"/>
            </a:endParaRPr>
          </a:p>
        </p:txBody>
      </p:sp>
      <p:sp>
        <p:nvSpPr>
          <p:cNvPr id="208" name="Google Shape;208;p11"/>
          <p:cNvSpPr txBox="1"/>
          <p:nvPr>
            <p:ph type="body" idx="1"/>
          </p:nvPr>
        </p:nvSpPr>
        <p:spPr>
          <a:xfrm>
            <a:off x="109416" y="1308847"/>
            <a:ext cx="11715262" cy="5486399"/>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920"/>
              <a:buNone/>
            </a:pPr>
            <a:r>
              <a:rPr lang="en-US" sz="2400" b="1">
                <a:latin typeface="Times New Roman" panose="02020603050405020304"/>
                <a:ea typeface="Times New Roman" panose="02020603050405020304"/>
                <a:cs typeface="Times New Roman" panose="02020603050405020304"/>
                <a:sym typeface="Times New Roman" panose="02020603050405020304"/>
              </a:rPr>
              <a:t>Transfer Learning vs Custom CNN</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1000"/>
              </a:spcBef>
              <a:spcAft>
                <a:spcPts val="0"/>
              </a:spcAft>
              <a:buSzPts val="1600"/>
              <a:buFont typeface="Noto Sans Symbols"/>
              <a:buChar char="⮚"/>
            </a:pPr>
            <a:r>
              <a:rPr lang="en-US">
                <a:latin typeface="Times New Roman" panose="02020603050405020304"/>
                <a:ea typeface="Times New Roman" panose="02020603050405020304"/>
                <a:cs typeface="Times New Roman" panose="02020603050405020304"/>
                <a:sym typeface="Times New Roman" panose="02020603050405020304"/>
              </a:rPr>
              <a:t>Existing Methods: </a:t>
            </a:r>
            <a:endParaRPr lang="en-US">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1000"/>
              </a:spcBef>
              <a:spcAft>
                <a:spcPts val="0"/>
              </a:spcAft>
              <a:buSzPts val="1600"/>
              <a:buFont typeface="Noto Sans Symbols"/>
              <a:buChar char="▪"/>
            </a:pPr>
            <a:r>
              <a:rPr lang="en-US">
                <a:latin typeface="Times New Roman" panose="02020603050405020304"/>
                <a:ea typeface="Times New Roman" panose="02020603050405020304"/>
                <a:cs typeface="Times New Roman" panose="02020603050405020304"/>
                <a:sym typeface="Times New Roman" panose="02020603050405020304"/>
              </a:rPr>
              <a:t>Many existing approaches use transfer learning with pre-trained models like VGG, ResNet, or Inception. While these models are powerful, they may not be fine-tuned effectively for specific datasets like brain tumor images.</a:t>
            </a:r>
            <a:endParaRPr lang="en-US">
              <a:latin typeface="Times New Roman" panose="02020603050405020304"/>
              <a:ea typeface="Times New Roman" panose="02020603050405020304"/>
              <a:cs typeface="Times New Roman" panose="02020603050405020304"/>
              <a:sym typeface="Times New Roman" panose="02020603050405020304"/>
            </a:endParaRPr>
          </a:p>
          <a:p>
            <a:pPr marL="342900" lvl="0" indent="-241300" algn="l" rtl="0">
              <a:spcBef>
                <a:spcPts val="1000"/>
              </a:spcBef>
              <a:spcAft>
                <a:spcPts val="0"/>
              </a:spcAft>
              <a:buSzPts val="1600"/>
              <a:buFont typeface="Noto Sans Symbols"/>
              <a:buNone/>
            </a:pP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1000"/>
              </a:spcBef>
              <a:spcAft>
                <a:spcPts val="0"/>
              </a:spcAft>
              <a:buSzPts val="1600"/>
              <a:buFont typeface="Noto Sans Symbols"/>
              <a:buChar char="⮚"/>
            </a:pPr>
            <a:r>
              <a:rPr lang="en-US">
                <a:latin typeface="Times New Roman" panose="02020603050405020304"/>
                <a:ea typeface="Times New Roman" panose="02020603050405020304"/>
                <a:cs typeface="Times New Roman" panose="02020603050405020304"/>
                <a:sym typeface="Times New Roman" panose="02020603050405020304"/>
              </a:rPr>
              <a:t>Proposed Methods: </a:t>
            </a:r>
            <a:endParaRPr lang="en-US">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1000"/>
              </a:spcBef>
              <a:spcAft>
                <a:spcPts val="0"/>
              </a:spcAft>
              <a:buSzPts val="1600"/>
              <a:buFont typeface="Noto Sans Symbols"/>
              <a:buChar char="▪"/>
            </a:pPr>
            <a:r>
              <a:rPr lang="en-US">
                <a:latin typeface="Times New Roman" panose="02020603050405020304"/>
                <a:ea typeface="Times New Roman" panose="02020603050405020304"/>
                <a:cs typeface="Times New Roman" panose="02020603050405020304"/>
                <a:sym typeface="Times New Roman" panose="02020603050405020304"/>
              </a:rPr>
              <a:t>Our model is a custom CNN trained from scratch, which allows it to learn features specific to the brain tumor dataset.</a:t>
            </a:r>
            <a:endParaRPr lang="en-US">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1000"/>
              </a:spcBef>
              <a:spcAft>
                <a:spcPts val="0"/>
              </a:spcAft>
              <a:buSzPts val="1600"/>
              <a:buFont typeface="Noto Sans Symbols"/>
              <a:buChar char="▪"/>
            </a:pPr>
            <a:r>
              <a:rPr lang="en-US">
                <a:latin typeface="Times New Roman" panose="02020603050405020304"/>
                <a:ea typeface="Times New Roman" panose="02020603050405020304"/>
                <a:cs typeface="Times New Roman" panose="02020603050405020304"/>
                <a:sym typeface="Times New Roman" panose="02020603050405020304"/>
              </a:rPr>
              <a:t> It is better because training from scratch ensures that the model is tailored to the unique characteristics of the dataset, potentially leading to better performance compared to generic pre-trained models.</a:t>
            </a: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12" name="Shape 212"/>
        <p:cNvGrpSpPr/>
        <p:nvPr/>
      </p:nvGrpSpPr>
      <p:grpSpPr>
        <a:xfrm>
          <a:off x="0" y="0"/>
          <a:ext cx="0" cy="0"/>
          <a:chOff x="0" y="0"/>
          <a:chExt cx="0" cy="0"/>
        </a:xfrm>
      </p:grpSpPr>
      <p:sp>
        <p:nvSpPr>
          <p:cNvPr id="213" name="Google Shape;213;p12"/>
          <p:cNvSpPr txBox="1"/>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Times New Roman" panose="02020603050405020304"/>
              <a:buNone/>
            </a:pPr>
            <a:r>
              <a:rPr lang="en-US">
                <a:latin typeface="Times New Roman" panose="02020603050405020304"/>
                <a:ea typeface="Times New Roman" panose="02020603050405020304"/>
                <a:cs typeface="Times New Roman" panose="02020603050405020304"/>
                <a:sym typeface="Times New Roman" panose="02020603050405020304"/>
              </a:rPr>
              <a:t>Existing vs Proposed methods</a:t>
            </a:r>
            <a:endParaRPr lang="en-US">
              <a:latin typeface="Times New Roman" panose="02020603050405020304"/>
              <a:ea typeface="Times New Roman" panose="02020603050405020304"/>
              <a:cs typeface="Times New Roman" panose="02020603050405020304"/>
              <a:sym typeface="Times New Roman" panose="02020603050405020304"/>
            </a:endParaRPr>
          </a:p>
        </p:txBody>
      </p:sp>
      <p:sp>
        <p:nvSpPr>
          <p:cNvPr id="214" name="Google Shape;214;p12"/>
          <p:cNvSpPr txBox="1"/>
          <p:nvPr>
            <p:ph type="body" idx="1"/>
          </p:nvPr>
        </p:nvSpPr>
        <p:spPr>
          <a:xfrm>
            <a:off x="228970" y="1587586"/>
            <a:ext cx="11452042" cy="481769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920"/>
              <a:buNone/>
            </a:pPr>
            <a:r>
              <a:rPr lang="en-US" sz="2400" b="1">
                <a:latin typeface="Times New Roman" panose="02020603050405020304"/>
                <a:ea typeface="Times New Roman" panose="02020603050405020304"/>
                <a:cs typeface="Times New Roman" panose="02020603050405020304"/>
                <a:sym typeface="Times New Roman" panose="02020603050405020304"/>
              </a:rPr>
              <a:t> Evaluation Metrics and Visualization</a:t>
            </a:r>
            <a:r>
              <a:rPr lang="en-US" b="1">
                <a:latin typeface="Times New Roman" panose="02020603050405020304"/>
                <a:ea typeface="Times New Roman" panose="02020603050405020304"/>
                <a:cs typeface="Times New Roman" panose="02020603050405020304"/>
                <a:sym typeface="Times New Roman" panose="02020603050405020304"/>
              </a:rPr>
              <a:t>:</a:t>
            </a:r>
            <a:endParaRPr lang="en-US" b="1">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1000"/>
              </a:spcBef>
              <a:spcAft>
                <a:spcPts val="0"/>
              </a:spcAft>
              <a:buSzPts val="1600"/>
              <a:buFont typeface="Noto Sans Symbols"/>
              <a:buChar char="⮚"/>
            </a:pPr>
            <a:r>
              <a:rPr lang="en-US" b="1">
                <a:latin typeface="Times New Roman" panose="02020603050405020304"/>
                <a:ea typeface="Times New Roman" panose="02020603050405020304"/>
                <a:cs typeface="Times New Roman" panose="02020603050405020304"/>
                <a:sym typeface="Times New Roman" panose="02020603050405020304"/>
              </a:rPr>
              <a:t>Existing Methods</a:t>
            </a:r>
            <a:r>
              <a:rPr lang="en-US">
                <a:latin typeface="Times New Roman" panose="02020603050405020304"/>
                <a:ea typeface="Times New Roman" panose="02020603050405020304"/>
                <a:cs typeface="Times New Roman" panose="02020603050405020304"/>
                <a:sym typeface="Times New Roman" panose="02020603050405020304"/>
              </a:rPr>
              <a:t>:</a:t>
            </a:r>
            <a:endParaRPr lang="en-US">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1000"/>
              </a:spcBef>
              <a:spcAft>
                <a:spcPts val="0"/>
              </a:spcAft>
              <a:buSzPts val="1600"/>
              <a:buFont typeface="Noto Sans Symbols"/>
              <a:buChar char="▪"/>
            </a:pPr>
            <a:r>
              <a:rPr lang="en-US">
                <a:latin typeface="Times New Roman" panose="02020603050405020304"/>
                <a:ea typeface="Times New Roman" panose="02020603050405020304"/>
                <a:cs typeface="Times New Roman" panose="02020603050405020304"/>
                <a:sym typeface="Times New Roman" panose="02020603050405020304"/>
              </a:rPr>
              <a:t>Traditional methods often rely on basic accuracy metrics and lack detailed evaluation using confusion matrices, precision, recall, and F1-score. Visualization of results is also limited.</a:t>
            </a:r>
            <a:endParaRPr lang="en-US">
              <a:latin typeface="Times New Roman" panose="02020603050405020304"/>
              <a:ea typeface="Times New Roman" panose="02020603050405020304"/>
              <a:cs typeface="Times New Roman" panose="02020603050405020304"/>
              <a:sym typeface="Times New Roman" panose="02020603050405020304"/>
            </a:endParaRPr>
          </a:p>
          <a:p>
            <a:pPr marL="342900" lvl="0" indent="-241300" algn="l" rtl="0">
              <a:spcBef>
                <a:spcPts val="1000"/>
              </a:spcBef>
              <a:spcAft>
                <a:spcPts val="0"/>
              </a:spcAft>
              <a:buSzPts val="1600"/>
              <a:buFont typeface="Noto Sans Symbols"/>
              <a:buNone/>
            </a:pP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1000"/>
              </a:spcBef>
              <a:spcAft>
                <a:spcPts val="0"/>
              </a:spcAft>
              <a:buSzPts val="1600"/>
              <a:buFont typeface="Noto Sans Symbols"/>
              <a:buChar char="⮚"/>
            </a:pPr>
            <a:r>
              <a:rPr lang="en-US" b="1">
                <a:latin typeface="Times New Roman" panose="02020603050405020304"/>
                <a:ea typeface="Times New Roman" panose="02020603050405020304"/>
                <a:cs typeface="Times New Roman" panose="02020603050405020304"/>
                <a:sym typeface="Times New Roman" panose="02020603050405020304"/>
              </a:rPr>
              <a:t>Proposed Methods:</a:t>
            </a:r>
            <a:endParaRPr lang="en-US" b="1">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1000"/>
              </a:spcBef>
              <a:spcAft>
                <a:spcPts val="0"/>
              </a:spcAft>
              <a:buSzPts val="1600"/>
              <a:buFont typeface="Noto Sans Symbols"/>
              <a:buChar char="▪"/>
            </a:pPr>
            <a:r>
              <a:rPr lang="en-US">
                <a:latin typeface="Times New Roman" panose="02020603050405020304"/>
                <a:ea typeface="Times New Roman" panose="02020603050405020304"/>
                <a:cs typeface="Times New Roman" panose="02020603050405020304"/>
                <a:sym typeface="Times New Roman" panose="02020603050405020304"/>
              </a:rPr>
              <a:t>Our model uses confusion matrix, used to visualize the model's performance across all classes. </a:t>
            </a:r>
            <a:endParaRPr lang="en-US">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1000"/>
              </a:spcBef>
              <a:spcAft>
                <a:spcPts val="0"/>
              </a:spcAft>
              <a:buSzPts val="1600"/>
              <a:buFont typeface="Noto Sans Symbols"/>
              <a:buChar char="▪"/>
            </a:pPr>
            <a:r>
              <a:rPr lang="en-US">
                <a:latin typeface="Times New Roman" panose="02020603050405020304"/>
                <a:ea typeface="Times New Roman" panose="02020603050405020304"/>
                <a:cs typeface="Times New Roman" panose="02020603050405020304"/>
                <a:sym typeface="Times New Roman" panose="02020603050405020304"/>
              </a:rPr>
              <a:t>Precision, recall, and F1-score are calculated for each tumor type, providing a detailed understanding of the model's strengths and weaknesses.</a:t>
            </a:r>
            <a:endParaRPr lang="en-US">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1000"/>
              </a:spcBef>
              <a:spcAft>
                <a:spcPts val="0"/>
              </a:spcAft>
              <a:buSzPts val="1600"/>
              <a:buFont typeface="Noto Sans Symbols"/>
              <a:buChar char="▪"/>
            </a:pPr>
            <a:r>
              <a:rPr lang="en-US">
                <a:latin typeface="Times New Roman" panose="02020603050405020304"/>
                <a:ea typeface="Times New Roman" panose="02020603050405020304"/>
                <a:cs typeface="Times New Roman" panose="02020603050405020304"/>
                <a:sym typeface="Times New Roman" panose="02020603050405020304"/>
              </a:rPr>
              <a:t> Sample images with predicted and true labels are displayed, making it easier to interpret the results.</a:t>
            </a: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18" name="Shape 218"/>
        <p:cNvGrpSpPr/>
        <p:nvPr/>
      </p:nvGrpSpPr>
      <p:grpSpPr>
        <a:xfrm>
          <a:off x="0" y="0"/>
          <a:ext cx="0" cy="0"/>
          <a:chOff x="0" y="0"/>
          <a:chExt cx="0" cy="0"/>
        </a:xfrm>
      </p:grpSpPr>
      <p:sp>
        <p:nvSpPr>
          <p:cNvPr id="219" name="Google Shape;219;p19"/>
          <p:cNvSpPr txBox="1"/>
          <p:nvPr>
            <p:ph type="title"/>
          </p:nvPr>
        </p:nvSpPr>
        <p:spPr>
          <a:xfrm>
            <a:off x="294993" y="583173"/>
            <a:ext cx="9404723" cy="8850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000"/>
              <a:buFont typeface="Times New Roman" panose="02020603050405020304"/>
              <a:buNone/>
            </a:pPr>
            <a:r>
              <a:rPr lang="en-US" sz="4000">
                <a:latin typeface="Times New Roman" panose="02020603050405020304"/>
                <a:ea typeface="Times New Roman" panose="02020603050405020304"/>
                <a:cs typeface="Times New Roman" panose="02020603050405020304"/>
                <a:sym typeface="Times New Roman" panose="02020603050405020304"/>
              </a:rPr>
              <a:t>Conclusion</a:t>
            </a:r>
            <a:endParaRPr sz="4000">
              <a:latin typeface="Times New Roman" panose="02020603050405020304"/>
              <a:ea typeface="Times New Roman" panose="02020603050405020304"/>
              <a:cs typeface="Times New Roman" panose="02020603050405020304"/>
              <a:sym typeface="Times New Roman" panose="02020603050405020304"/>
            </a:endParaRPr>
          </a:p>
        </p:txBody>
      </p:sp>
      <p:sp>
        <p:nvSpPr>
          <p:cNvPr id="220" name="Google Shape;220;p19"/>
          <p:cNvSpPr txBox="1"/>
          <p:nvPr>
            <p:ph type="body" idx="1"/>
          </p:nvPr>
        </p:nvSpPr>
        <p:spPr>
          <a:xfrm>
            <a:off x="294993" y="1649343"/>
            <a:ext cx="10801200" cy="4732898"/>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lt1"/>
              </a:buClr>
              <a:buSzPts val="1100"/>
              <a:buFont typeface="Noto Sans Symbols"/>
              <a:buChar char="⮚"/>
            </a:pPr>
            <a:r>
              <a:rPr lang="en-US" sz="2200">
                <a:latin typeface="Times New Roman" panose="02020603050405020304"/>
                <a:ea typeface="Times New Roman" panose="02020603050405020304"/>
                <a:cs typeface="Times New Roman" panose="02020603050405020304"/>
                <a:sym typeface="Times New Roman" panose="02020603050405020304"/>
              </a:rPr>
              <a:t>This project is an example of how deep learning has the capability to automate detection of brain tumors from MRI scans. The CNN architecture built in this project is highly accurate in tumor type classification, as illustrated by metrics of precision, recall, and F1-score.</a:t>
            </a:r>
            <a:endParaRPr lang="en-US" sz="22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1000"/>
              </a:spcBef>
              <a:spcAft>
                <a:spcPts val="0"/>
              </a:spcAft>
              <a:buClr>
                <a:schemeClr val="lt1"/>
              </a:buClr>
              <a:buSzPts val="1100"/>
              <a:buFont typeface="Noto Sans Symbols"/>
              <a:buChar char="⮚"/>
            </a:pPr>
            <a:r>
              <a:rPr lang="en-US" sz="2200">
                <a:latin typeface="Times New Roman" panose="02020603050405020304"/>
                <a:ea typeface="Times New Roman" panose="02020603050405020304"/>
                <a:cs typeface="Times New Roman" panose="02020603050405020304"/>
                <a:sym typeface="Times New Roman" panose="02020603050405020304"/>
              </a:rPr>
              <a:t>Use of data augmentation methods strengthens the dataset and enhances generalization capability of the model towards new images. Visualizations yield important insights about the dataset and model performance, and thus identify areas of improvement.</a:t>
            </a:r>
            <a:endParaRPr lang="en-US" sz="22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spcBef>
                <a:spcPts val="1000"/>
              </a:spcBef>
              <a:spcAft>
                <a:spcPts val="0"/>
              </a:spcAft>
              <a:buClr>
                <a:schemeClr val="lt1"/>
              </a:buClr>
              <a:buSzPts val="1760"/>
              <a:buFont typeface="Noto Sans Symbols"/>
              <a:buChar char="⮚"/>
            </a:pPr>
            <a:r>
              <a:rPr lang="en-US" sz="2200">
                <a:latin typeface="Times New Roman" panose="02020603050405020304"/>
                <a:ea typeface="Times New Roman" panose="02020603050405020304"/>
                <a:cs typeface="Times New Roman" panose="02020603050405020304"/>
                <a:sym typeface="Times New Roman" panose="02020603050405020304"/>
              </a:rPr>
              <a:t>By automating the process of tumor detection, this project seeks to alleviate the workload of radiologists, enhance diagnostic accuracy, and ultimately improve patient care. Future research could involve increasing the dataset, investigating more sophisticated CNN architectures, and implementing the model within a clinical workflow.</a:t>
            </a:r>
            <a:endParaRPr lang="en-US" sz="22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Clr>
                <a:schemeClr val="lt1"/>
              </a:buClr>
              <a:buSzPts val="1600"/>
              <a:buNone/>
            </a:pPr>
            <a:endParaRPr sz="2000" u="sng">
              <a:latin typeface="Times New Roman" panose="02020603050405020304"/>
              <a:ea typeface="Times New Roman" panose="02020603050405020304"/>
              <a:cs typeface="Times New Roman" panose="02020603050405020304"/>
              <a:sym typeface="Times New Roman" panose="02020603050405020304"/>
            </a:endParaRPr>
          </a:p>
          <a:p>
            <a:pPr marL="342900" lvl="0" indent="-241300" algn="l" rtl="0">
              <a:spcBef>
                <a:spcPts val="1000"/>
              </a:spcBef>
              <a:spcAft>
                <a:spcPts val="0"/>
              </a:spcAft>
              <a:buClr>
                <a:schemeClr val="lt1"/>
              </a:buClr>
              <a:buSzPts val="1600"/>
              <a:buFont typeface="Noto Sans Symbols"/>
              <a:buNone/>
            </a:pP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24" name="Shape 224"/>
        <p:cNvGrpSpPr/>
        <p:nvPr/>
      </p:nvGrpSpPr>
      <p:grpSpPr>
        <a:xfrm>
          <a:off x="0" y="0"/>
          <a:ext cx="0" cy="0"/>
          <a:chOff x="0" y="0"/>
          <a:chExt cx="0" cy="0"/>
        </a:xfrm>
      </p:grpSpPr>
      <p:sp>
        <p:nvSpPr>
          <p:cNvPr id="225" name="Google Shape;225;p20"/>
          <p:cNvSpPr txBox="1"/>
          <p:nvPr>
            <p:ph type="body" idx="1"/>
          </p:nvPr>
        </p:nvSpPr>
        <p:spPr>
          <a:xfrm>
            <a:off x="2752165" y="2728735"/>
            <a:ext cx="5342964" cy="140053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3840"/>
              <a:buNone/>
            </a:pPr>
            <a:r>
              <a:rPr lang="en-US" sz="4800">
                <a:latin typeface="Times New Roman" panose="02020603050405020304"/>
                <a:ea typeface="Times New Roman" panose="02020603050405020304"/>
                <a:cs typeface="Times New Roman" panose="02020603050405020304"/>
                <a:sym typeface="Times New Roman" panose="02020603050405020304"/>
              </a:rPr>
              <a:t>THANK YOU</a:t>
            </a:r>
            <a:endParaRPr lang="en-US" sz="48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theme/theme1.xml><?xml version="1.0" encoding="utf-8"?>
<a:theme xmlns:a="http://schemas.openxmlformats.org/drawingml/2006/main"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9233</Words>
  <Application>WPS Presentation</Application>
  <PresentationFormat/>
  <Paragraphs>127</Paragraphs>
  <Slides>13</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13</vt:i4>
      </vt:variant>
    </vt:vector>
  </HeadingPairs>
  <TitlesOfParts>
    <vt:vector size="27" baseType="lpstr">
      <vt:lpstr>Arial</vt:lpstr>
      <vt:lpstr>SimSun</vt:lpstr>
      <vt:lpstr>Wingdings</vt:lpstr>
      <vt:lpstr>Arial</vt:lpstr>
      <vt:lpstr>Century Gothic</vt:lpstr>
      <vt:lpstr>Noto Sans Symbols</vt:lpstr>
      <vt:lpstr>Segoe Print</vt:lpstr>
      <vt:lpstr>Calibri</vt:lpstr>
      <vt:lpstr>Times New Roman</vt:lpstr>
      <vt:lpstr>Gill Sans</vt:lpstr>
      <vt:lpstr>Inter</vt:lpstr>
      <vt:lpstr>Microsoft YaHei</vt:lpstr>
      <vt:lpstr>Arial Unicode MS</vt:lpstr>
      <vt:lpstr>Ion</vt:lpstr>
      <vt:lpstr>BRAIN TUMOR DETECTION USING CNN</vt:lpstr>
      <vt:lpstr>Abstract</vt:lpstr>
      <vt:lpstr>Objectives</vt:lpstr>
      <vt:lpstr>Introduction</vt:lpstr>
      <vt:lpstr>Problem Identification</vt:lpstr>
      <vt:lpstr>Literature Review</vt:lpstr>
      <vt:lpstr>Proposed Plan</vt:lpstr>
      <vt:lpstr>Existing vs Proposed Methods</vt:lpstr>
      <vt:lpstr>Existing vs Proposed methods</vt:lpstr>
      <vt:lpstr>Existing vs Proposed methods</vt:lpstr>
      <vt:lpstr>Existing vs Proposed methods</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 TUMOR DETECTION USING CNN</dc:title>
  <dc:creator>EBTR</dc:creator>
  <cp:lastModifiedBy>Nithin Reddy196</cp:lastModifiedBy>
  <cp:revision>1</cp:revision>
  <dcterms:created xsi:type="dcterms:W3CDTF">2025-11-15T12:29:01Z</dcterms:created>
  <dcterms:modified xsi:type="dcterms:W3CDTF">2025-11-15T12:29:02Z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26A499E8AF8D4A718D6F4768DF8B3253_13</vt:lpwstr>
  </property>
  <property fmtid="{D5CDD505-2E9C-101B-9397-08002B2CF9AE}" pid="3" name="KSOProductBuildVer">
    <vt:lpwstr>1033-12.2.0.22549</vt:lpwstr>
  </property>
</Properties>
</file>